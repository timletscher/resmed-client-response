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715" r:id="rId6"/>
  </p:sldMasterIdLst>
  <p:notesMasterIdLst>
    <p:notesMasterId r:id="rId10"/>
  </p:notesMasterIdLst>
  <p:sldIdLst>
    <p:sldId id="2147482378" r:id="rId7"/>
    <p:sldId id="2147469346" r:id="rId8"/>
    <p:sldId id="214746844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58"/>
  </p:normalViewPr>
  <p:slideViewPr>
    <p:cSldViewPr snapToGrid="0">
      <p:cViewPr varScale="1">
        <p:scale>
          <a:sx n="120" d="100"/>
          <a:sy n="120"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0C49C-3169-4F66-A83E-2E350BA8BD89}" type="datetimeFigureOut">
              <a:rPr lang="en-US" smtClean="0"/>
              <a:t>8/31/26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183C0-7332-4427-B639-1EEA2110BEC8}" type="slidenum">
              <a:rPr lang="en-US" smtClean="0"/>
              <a:t>‹#›</a:t>
            </a:fld>
            <a:endParaRPr lang="en-US"/>
          </a:p>
        </p:txBody>
      </p:sp>
    </p:spTree>
    <p:extLst>
      <p:ext uri="{BB962C8B-B14F-4D97-AF65-F5344CB8AC3E}">
        <p14:creationId xmlns:p14="http://schemas.microsoft.com/office/powerpoint/2010/main" val="857035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DD39E-B5F0-34F7-7924-1E2A785A2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F56E2-4436-A933-A96C-27DDF8BF2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46120-0FB8-1B00-5D29-69328BC0A6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3E3799-BAF9-B33D-F6DD-60083C84448D}"/>
              </a:ext>
            </a:extLst>
          </p:cNvPr>
          <p:cNvSpPr>
            <a:spLocks noGrp="1"/>
          </p:cNvSpPr>
          <p:nvPr>
            <p:ph type="sldNum" sz="quarter" idx="5"/>
          </p:nvPr>
        </p:nvSpPr>
        <p:spPr/>
        <p:txBody>
          <a:bodyPr/>
          <a:lstStyle/>
          <a:p>
            <a:fld id="{43AA261B-F3CE-1346-8C59-872AEF90662C}" type="slidenum">
              <a:rPr lang="en-US" smtClean="0"/>
              <a:t>1</a:t>
            </a:fld>
            <a:endParaRPr lang="en-US"/>
          </a:p>
        </p:txBody>
      </p:sp>
    </p:spTree>
    <p:extLst>
      <p:ext uri="{BB962C8B-B14F-4D97-AF65-F5344CB8AC3E}">
        <p14:creationId xmlns:p14="http://schemas.microsoft.com/office/powerpoint/2010/main" val="1113029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CUSTOMER STORY: Medical Device</a:t>
            </a:r>
            <a:br>
              <a:rPr lang="en-US"/>
            </a:br>
            <a:r>
              <a:rPr lang="en-US"/>
              <a:t>CONTACT: Davis Bradford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a:t>
            </a:r>
            <a:r>
              <a:rPr lang="en-US" err="1"/>
              <a:t>slalom.lightning.force.com</a:t>
            </a:r>
            <a:r>
              <a:rPr lang="en-US"/>
              <a:t>/lightning/r/a6o1R000000HsKHQA0/view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https://twodegrees1.sharepoint.com/:p:/r/teams/</a:t>
            </a:r>
            <a:r>
              <a:rPr lang="en-US" err="1"/>
              <a:t>SalesforceGo</a:t>
            </a:r>
            <a:r>
              <a:rPr lang="en-US"/>
              <a:t>-to-</a:t>
            </a:r>
            <a:r>
              <a:rPr lang="en-US" err="1"/>
              <a:t>MarketContentCenter</a:t>
            </a:r>
            <a:r>
              <a:rPr lang="en-US"/>
              <a:t>/Shared%20Documents/Healthcare%20%26%20Life%20Sciences%20Story%20Collection.pptx?d=w0ab771ccbcc24ea3b5f296379f6b0439&amp;csf=1&amp;web=1&amp;e=0jazID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Date Placeholder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4E61EB-621D-4DD7-BE0E-A76196D7453E}"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8/31/26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Footer Placeholder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5EC67E-402D-4FA6-937E-816E2584289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03111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Ascension Patient Behavior Change and Patient-Reported Outcomes – contact Kris Zonies, Joel Lapidus, Melissa Murphy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a:t>
            </a:r>
            <a:r>
              <a:rPr lang="en-US" err="1"/>
              <a:t>slalom.lightning.force.com</a:t>
            </a:r>
            <a:r>
              <a:rPr lang="en-US"/>
              <a:t>/lightning/r/</a:t>
            </a:r>
            <a:r>
              <a:rPr lang="en-US" err="1"/>
              <a:t>Customer_Stories__c</a:t>
            </a:r>
            <a:r>
              <a:rPr lang="en-US"/>
              <a:t>/a6oHq000000HskoIAC/related/</a:t>
            </a:r>
            <a:r>
              <a:rPr lang="en-US" err="1"/>
              <a:t>AttachedContentDocuments</a:t>
            </a:r>
            <a:r>
              <a:rPr lang="en-US"/>
              <a:t>/view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https://twodegrees1.sharepoint.com/:p:/r/teams/</a:t>
            </a:r>
            <a:r>
              <a:rPr lang="en-US" err="1"/>
              <a:t>SalesforceGo</a:t>
            </a:r>
            <a:r>
              <a:rPr lang="en-US"/>
              <a:t>-to-</a:t>
            </a:r>
            <a:r>
              <a:rPr lang="en-US" err="1"/>
              <a:t>MarketContentCenter</a:t>
            </a:r>
            <a:r>
              <a:rPr lang="en-US"/>
              <a:t>/Shared%20Documents/Healthcare%20%26%20Life%20Sciences%20Story%20Collection.pptx?d=w0ab771ccbcc24ea3b5f296379f6b0439&amp;csf=1&amp;web=1&amp;e=0jazID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1A8E95-93D3-49CF-9DBF-3CBBD8CB4C7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6378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FD467-4FB4-163C-491C-FD324D6D2A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FDF190-57D7-A0BB-148A-546C57FFF5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8B2B62-C875-FB01-9652-C556020A8123}"/>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5" name="Footer Placeholder 4">
            <a:extLst>
              <a:ext uri="{FF2B5EF4-FFF2-40B4-BE49-F238E27FC236}">
                <a16:creationId xmlns:a16="http://schemas.microsoft.com/office/drawing/2014/main" id="{082A3C6C-0A7C-C53D-3A0B-4D584A8D1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410297-9798-4A40-B68C-BB945FB9EE0B}"/>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2562486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911F-17ED-4C09-5A35-F0341F344F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43BDAD-D23E-4945-FD43-D7D019446D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180F1-5D32-CD47-022D-5A751DBD0338}"/>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5" name="Footer Placeholder 4">
            <a:extLst>
              <a:ext uri="{FF2B5EF4-FFF2-40B4-BE49-F238E27FC236}">
                <a16:creationId xmlns:a16="http://schemas.microsoft.com/office/drawing/2014/main" id="{8D200347-FBC7-8FF7-36C0-A25A76A122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A86305-A6C1-C979-4E71-9AE96C6DD1F9}"/>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2917634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8EF99-635A-A707-4EEE-3BAD40A11C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220039-A1E0-A9AF-3C6C-79FED05CA7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E6D7BA-E49C-3EC4-0750-DAAA8E38860A}"/>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5" name="Footer Placeholder 4">
            <a:extLst>
              <a:ext uri="{FF2B5EF4-FFF2-40B4-BE49-F238E27FC236}">
                <a16:creationId xmlns:a16="http://schemas.microsoft.com/office/drawing/2014/main" id="{0346D1ED-90F9-95C4-333C-21100BAC15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012FAA-EAC3-F42B-3A68-4822FD5E4792}"/>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309212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9D0E-EB68-0A06-2F61-641B11B93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1EBCD1-A6EB-8E40-E1DA-78A395AC78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3B16A9-EC30-9DBD-0181-5C31C9247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8CB685-19FA-AE54-FA7F-2C0A28C4067E}"/>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6" name="Footer Placeholder 5">
            <a:extLst>
              <a:ext uri="{FF2B5EF4-FFF2-40B4-BE49-F238E27FC236}">
                <a16:creationId xmlns:a16="http://schemas.microsoft.com/office/drawing/2014/main" id="{58E4AE5E-9033-A16A-5C32-09CE9FB28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0F65B7-C40B-363F-9A2C-1DF45514142C}"/>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115542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33C3-580A-D36C-E1B1-9A60C6B169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BC559-363E-9301-44A7-7EFA20AE3D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DCE4BC-4DDD-7BB0-C113-72BFCDCEC7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79BCFC-BDA1-70F5-1B94-79B88E32DB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1D5BBF-23A9-F887-5246-B8C74076D4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4E89A2-33B0-C396-1E84-D34739BADDFB}"/>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8" name="Footer Placeholder 7">
            <a:extLst>
              <a:ext uri="{FF2B5EF4-FFF2-40B4-BE49-F238E27FC236}">
                <a16:creationId xmlns:a16="http://schemas.microsoft.com/office/drawing/2014/main" id="{3DEEAB7A-BFE1-2425-913A-46905A3A00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C6CEBF-533A-631F-AEF6-57A303C158B3}"/>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302377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6E5C-0F79-A315-FBA2-6FF68614F1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CE1023-93CD-D761-DDF0-F75263C971F1}"/>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4" name="Footer Placeholder 3">
            <a:extLst>
              <a:ext uri="{FF2B5EF4-FFF2-40B4-BE49-F238E27FC236}">
                <a16:creationId xmlns:a16="http://schemas.microsoft.com/office/drawing/2014/main" id="{FF6377CF-D298-CDD7-73FC-E4A07B6A7B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D320D7-85C2-228E-25C4-FED73A61A6BE}"/>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2669820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6EAA5C-46DA-2B70-17DF-138D2F5D688E}"/>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3" name="Footer Placeholder 2">
            <a:extLst>
              <a:ext uri="{FF2B5EF4-FFF2-40B4-BE49-F238E27FC236}">
                <a16:creationId xmlns:a16="http://schemas.microsoft.com/office/drawing/2014/main" id="{D69BA736-A70F-D8DA-B25D-570210479C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765EE-7DA6-BF99-8758-E7F494FD7428}"/>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3923935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3CC04-102C-1071-43C3-147D58902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74ABB4-2C71-27A3-F046-489AF361F3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33453C-E52D-BDFD-1838-AC42EE203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3F993D-6C31-2E1B-B0BD-EDD0BE7664F5}"/>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6" name="Footer Placeholder 5">
            <a:extLst>
              <a:ext uri="{FF2B5EF4-FFF2-40B4-BE49-F238E27FC236}">
                <a16:creationId xmlns:a16="http://schemas.microsoft.com/office/drawing/2014/main" id="{6DDDB802-71B1-BCB4-B538-7521AC8A51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D3475F-C8FD-8844-0E20-E35F62F55ED7}"/>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81432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AFBB1-7A30-89E5-D226-E972A4666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DA40E4-4779-5429-5BD9-FA94F7DF52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89504F-47AF-95F7-D670-EB5D37F9B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F78B6-2618-23C9-3422-B029F7E77B03}"/>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6" name="Footer Placeholder 5">
            <a:extLst>
              <a:ext uri="{FF2B5EF4-FFF2-40B4-BE49-F238E27FC236}">
                <a16:creationId xmlns:a16="http://schemas.microsoft.com/office/drawing/2014/main" id="{86D4B056-9B33-F4E7-FE79-87A568EDD1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AA5E18-B019-88CF-A155-882BCB57D199}"/>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2527125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1536-9D99-AC3A-FD52-F5701F816A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406F64-5535-2C0D-FF75-DF310CA85C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30ED59-FF13-2C58-337C-24EB3048E3C7}"/>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5" name="Footer Placeholder 4">
            <a:extLst>
              <a:ext uri="{FF2B5EF4-FFF2-40B4-BE49-F238E27FC236}">
                <a16:creationId xmlns:a16="http://schemas.microsoft.com/office/drawing/2014/main" id="{9D424BE8-DB53-A621-0417-851B8CD459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B29663-17CD-BDD4-9214-2981A84E964B}"/>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2871146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10E169-1608-6D9B-0D31-E18F1E965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FA0066-4F44-F621-2529-D4AB20EC4E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B9783-E093-D8AC-5B22-DE8B66D79EAA}"/>
              </a:ext>
            </a:extLst>
          </p:cNvPr>
          <p:cNvSpPr>
            <a:spLocks noGrp="1"/>
          </p:cNvSpPr>
          <p:nvPr>
            <p:ph type="dt" sz="half" idx="10"/>
          </p:nvPr>
        </p:nvSpPr>
        <p:spPr/>
        <p:txBody>
          <a:bodyPr/>
          <a:lstStyle/>
          <a:p>
            <a:fld id="{5C423CC6-98DE-46CA-842E-E096991C9F56}" type="datetimeFigureOut">
              <a:rPr lang="en-US" smtClean="0"/>
              <a:t>8/31/26</a:t>
            </a:fld>
            <a:endParaRPr lang="en-US"/>
          </a:p>
        </p:txBody>
      </p:sp>
      <p:sp>
        <p:nvSpPr>
          <p:cNvPr id="5" name="Footer Placeholder 4">
            <a:extLst>
              <a:ext uri="{FF2B5EF4-FFF2-40B4-BE49-F238E27FC236}">
                <a16:creationId xmlns:a16="http://schemas.microsoft.com/office/drawing/2014/main" id="{A915E6B7-B766-F16E-D27E-83B61ACAE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5FC45D-32D3-F09B-1AAA-A82DFB2027BA}"/>
              </a:ext>
            </a:extLst>
          </p:cNvPr>
          <p:cNvSpPr>
            <a:spLocks noGrp="1"/>
          </p:cNvSpPr>
          <p:nvPr>
            <p:ph type="sldNum" sz="quarter" idx="12"/>
          </p:nvPr>
        </p:nvSpPr>
        <p:spPr/>
        <p:txBody>
          <a:bodyPr/>
          <a:lstStyle/>
          <a:p>
            <a:fld id="{EC0796CC-746C-47E2-94C6-2C05F0EED6D2}" type="slidenum">
              <a:rPr lang="en-US" smtClean="0"/>
              <a:t>‹#›</a:t>
            </a:fld>
            <a:endParaRPr lang="en-US"/>
          </a:p>
        </p:txBody>
      </p:sp>
    </p:spTree>
    <p:extLst>
      <p:ext uri="{BB962C8B-B14F-4D97-AF65-F5344CB8AC3E}">
        <p14:creationId xmlns:p14="http://schemas.microsoft.com/office/powerpoint/2010/main" val="92798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lient Story 3">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C9CB0EF8-9739-A055-6227-C4FEE56D4D34}"/>
              </a:ext>
              <a:ext uri="{C183D7F6-B498-43B3-948B-1728B52AA6E4}">
                <adec:decorative xmlns:adec="http://schemas.microsoft.com/office/drawing/2017/decorative" val="1"/>
              </a:ext>
            </a:extLst>
          </p:cNvPr>
          <p:cNvCxnSpPr>
            <a:cxnSpLocks/>
          </p:cNvCxnSpPr>
          <p:nvPr/>
        </p:nvCxnSpPr>
        <p:spPr>
          <a:xfrm>
            <a:off x="8108325"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7D55FC2-FC25-1311-881D-EDCDC483EDA3}"/>
              </a:ext>
              <a:ext uri="{C183D7F6-B498-43B3-948B-1728B52AA6E4}">
                <adec:decorative xmlns:adec="http://schemas.microsoft.com/office/drawing/2017/decorative" val="1"/>
              </a:ext>
            </a:extLst>
          </p:cNvPr>
          <p:cNvCxnSpPr>
            <a:cxnSpLocks/>
          </p:cNvCxnSpPr>
          <p:nvPr/>
        </p:nvCxnSpPr>
        <p:spPr>
          <a:xfrm>
            <a:off x="435210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E696873-FEE2-1010-2D15-2DBB91737768}"/>
              </a:ext>
              <a:ext uri="{C183D7F6-B498-43B3-948B-1728B52AA6E4}">
                <adec:decorative xmlns:adec="http://schemas.microsoft.com/office/drawing/2017/decorative" val="1"/>
              </a:ext>
            </a:extLst>
          </p:cNvPr>
          <p:cNvCxnSpPr>
            <a:cxnSpLocks/>
          </p:cNvCxnSpPr>
          <p:nvPr/>
        </p:nvCxnSpPr>
        <p:spPr>
          <a:xfrm>
            <a:off x="566117"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D2A5FE9-2E1A-216D-06E0-296FEF7A788B}"/>
              </a:ext>
              <a:ext uri="{C183D7F6-B498-43B3-948B-1728B52AA6E4}">
                <adec:decorative xmlns:adec="http://schemas.microsoft.com/office/drawing/2017/decorative" val="1"/>
              </a:ext>
            </a:extLst>
          </p:cNvPr>
          <p:cNvCxnSpPr>
            <a:cxnSpLocks/>
          </p:cNvCxnSpPr>
          <p:nvPr/>
        </p:nvCxnSpPr>
        <p:spPr>
          <a:xfrm>
            <a:off x="56611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25">
            <a:extLst>
              <a:ext uri="{FF2B5EF4-FFF2-40B4-BE49-F238E27FC236}">
                <a16:creationId xmlns:a16="http://schemas.microsoft.com/office/drawing/2014/main" id="{F5297918-2D87-A118-7987-B9798671E86E}"/>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30" name="Title 1">
            <a:extLst>
              <a:ext uri="{FF2B5EF4-FFF2-40B4-BE49-F238E27FC236}">
                <a16:creationId xmlns:a16="http://schemas.microsoft.com/office/drawing/2014/main" id="{F52ABCF0-0F8D-82C1-53AA-ED3504C63710}"/>
              </a:ext>
            </a:extLst>
          </p:cNvPr>
          <p:cNvSpPr>
            <a:spLocks noGrp="1"/>
          </p:cNvSpPr>
          <p:nvPr>
            <p:ph type="title"/>
          </p:nvPr>
        </p:nvSpPr>
        <p:spPr>
          <a:xfrm>
            <a:off x="571499" y="1232328"/>
            <a:ext cx="4699001" cy="841248"/>
          </a:xfrm>
        </p:spPr>
        <p:txBody>
          <a:bodyPr/>
          <a:lstStyle/>
          <a:p>
            <a:r>
              <a:rPr lang="en-US"/>
              <a:t>Click to edit Master title style</a:t>
            </a:r>
          </a:p>
        </p:txBody>
      </p:sp>
      <p:sp>
        <p:nvSpPr>
          <p:cNvPr id="40" name="Text Placeholder 11">
            <a:extLst>
              <a:ext uri="{FF2B5EF4-FFF2-40B4-BE49-F238E27FC236}">
                <a16:creationId xmlns:a16="http://schemas.microsoft.com/office/drawing/2014/main" id="{DD7FD1ED-F16A-B697-16F7-D41D3060C301}"/>
              </a:ext>
            </a:extLst>
          </p:cNvPr>
          <p:cNvSpPr>
            <a:spLocks noGrp="1"/>
          </p:cNvSpPr>
          <p:nvPr>
            <p:ph type="body" sz="quarter" idx="35"/>
          </p:nvPr>
        </p:nvSpPr>
        <p:spPr>
          <a:xfrm>
            <a:off x="571500" y="2286000"/>
            <a:ext cx="4699000" cy="457200"/>
          </a:xfrm>
        </p:spPr>
        <p:txBody>
          <a:bodyPr/>
          <a:lstStyle>
            <a:lvl1pPr marL="0" indent="0">
              <a:lnSpc>
                <a:spcPct val="90000"/>
              </a:lnSpc>
              <a:buNone/>
              <a:defRPr sz="14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2" name="Text Placeholder 34">
            <a:extLst>
              <a:ext uri="{FF2B5EF4-FFF2-40B4-BE49-F238E27FC236}">
                <a16:creationId xmlns:a16="http://schemas.microsoft.com/office/drawing/2014/main" id="{4E47228C-5915-0FE3-0377-2D713CBC7338}"/>
              </a:ext>
            </a:extLst>
          </p:cNvPr>
          <p:cNvSpPr>
            <a:spLocks noGrp="1"/>
          </p:cNvSpPr>
          <p:nvPr>
            <p:ph type="body" sz="quarter" idx="30" hasCustomPrompt="1"/>
          </p:nvPr>
        </p:nvSpPr>
        <p:spPr>
          <a:xfrm>
            <a:off x="571500"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Why</a:t>
            </a:r>
          </a:p>
        </p:txBody>
      </p:sp>
      <p:sp>
        <p:nvSpPr>
          <p:cNvPr id="35" name="Text Placeholder 44">
            <a:extLst>
              <a:ext uri="{FF2B5EF4-FFF2-40B4-BE49-F238E27FC236}">
                <a16:creationId xmlns:a16="http://schemas.microsoft.com/office/drawing/2014/main" id="{625A3377-53FB-6855-BDCA-183857C094D6}"/>
              </a:ext>
            </a:extLst>
          </p:cNvPr>
          <p:cNvSpPr>
            <a:spLocks noGrp="1"/>
          </p:cNvSpPr>
          <p:nvPr>
            <p:ph type="body" sz="quarter" idx="23"/>
          </p:nvPr>
        </p:nvSpPr>
        <p:spPr>
          <a:xfrm>
            <a:off x="571497" y="3329837"/>
            <a:ext cx="2814017" cy="2332591"/>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34">
            <a:extLst>
              <a:ext uri="{FF2B5EF4-FFF2-40B4-BE49-F238E27FC236}">
                <a16:creationId xmlns:a16="http://schemas.microsoft.com/office/drawing/2014/main" id="{DCFEDDC6-F8EC-0D1A-7A95-4857D03A9E6C}"/>
              </a:ext>
            </a:extLst>
          </p:cNvPr>
          <p:cNvSpPr>
            <a:spLocks noGrp="1"/>
          </p:cNvSpPr>
          <p:nvPr>
            <p:ph type="body" sz="quarter" idx="31" hasCustomPrompt="1"/>
          </p:nvPr>
        </p:nvSpPr>
        <p:spPr>
          <a:xfrm>
            <a:off x="4337317"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What</a:t>
            </a:r>
          </a:p>
        </p:txBody>
      </p:sp>
      <p:sp>
        <p:nvSpPr>
          <p:cNvPr id="37" name="Text Placeholder 44">
            <a:extLst>
              <a:ext uri="{FF2B5EF4-FFF2-40B4-BE49-F238E27FC236}">
                <a16:creationId xmlns:a16="http://schemas.microsoft.com/office/drawing/2014/main" id="{95D00069-6290-0029-DA84-7D4F4C201387}"/>
              </a:ext>
            </a:extLst>
          </p:cNvPr>
          <p:cNvSpPr>
            <a:spLocks noGrp="1"/>
          </p:cNvSpPr>
          <p:nvPr>
            <p:ph type="body" sz="quarter" idx="33"/>
          </p:nvPr>
        </p:nvSpPr>
        <p:spPr>
          <a:xfrm>
            <a:off x="4337317"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4">
            <a:extLst>
              <a:ext uri="{FF2B5EF4-FFF2-40B4-BE49-F238E27FC236}">
                <a16:creationId xmlns:a16="http://schemas.microsoft.com/office/drawing/2014/main" id="{99E42E70-6B26-F41D-4C4C-973CF011A7CD}"/>
              </a:ext>
            </a:extLst>
          </p:cNvPr>
          <p:cNvSpPr>
            <a:spLocks noGrp="1"/>
          </p:cNvSpPr>
          <p:nvPr>
            <p:ph type="body" sz="quarter" idx="32" hasCustomPrompt="1"/>
          </p:nvPr>
        </p:nvSpPr>
        <p:spPr>
          <a:xfrm>
            <a:off x="8098994"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Wow</a:t>
            </a:r>
          </a:p>
        </p:txBody>
      </p:sp>
      <p:sp>
        <p:nvSpPr>
          <p:cNvPr id="38" name="Text Placeholder 44">
            <a:extLst>
              <a:ext uri="{FF2B5EF4-FFF2-40B4-BE49-F238E27FC236}">
                <a16:creationId xmlns:a16="http://schemas.microsoft.com/office/drawing/2014/main" id="{5F1C306B-6778-A862-057F-A596F5708323}"/>
              </a:ext>
            </a:extLst>
          </p:cNvPr>
          <p:cNvSpPr>
            <a:spLocks noGrp="1"/>
          </p:cNvSpPr>
          <p:nvPr>
            <p:ph type="body" sz="quarter" idx="34"/>
          </p:nvPr>
        </p:nvSpPr>
        <p:spPr>
          <a:xfrm>
            <a:off x="8098994"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4">
            <a:extLst>
              <a:ext uri="{FF2B5EF4-FFF2-40B4-BE49-F238E27FC236}">
                <a16:creationId xmlns:a16="http://schemas.microsoft.com/office/drawing/2014/main" id="{C41AABE2-EE86-8EE5-B351-2F0D94AC111B}"/>
              </a:ext>
            </a:extLst>
          </p:cNvPr>
          <p:cNvSpPr>
            <a:spLocks noGrp="1"/>
          </p:cNvSpPr>
          <p:nvPr>
            <p:ph type="body" sz="quarter" idx="17"/>
          </p:nvPr>
        </p:nvSpPr>
        <p:spPr>
          <a:xfrm>
            <a:off x="571500" y="5879600"/>
            <a:ext cx="2231134"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1" name="Picture Placeholder 28">
            <a:extLst>
              <a:ext uri="{FF2B5EF4-FFF2-40B4-BE49-F238E27FC236}">
                <a16:creationId xmlns:a16="http://schemas.microsoft.com/office/drawing/2014/main" id="{13B4D4E1-343E-CB7D-C5C7-EF29CD8A7C89}"/>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882"/>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4" name="Date Placeholder 3">
            <a:extLst>
              <a:ext uri="{FF2B5EF4-FFF2-40B4-BE49-F238E27FC236}">
                <a16:creationId xmlns:a16="http://schemas.microsoft.com/office/drawing/2014/main" id="{0B703584-C487-B34F-2B5C-F9A9969CD5E8}"/>
              </a:ext>
              <a:ext uri="{C183D7F6-B498-43B3-948B-1728B52AA6E4}">
                <adec:decorative xmlns:adec="http://schemas.microsoft.com/office/drawing/2017/decorative" val="1"/>
              </a:ext>
            </a:extLst>
          </p:cNvPr>
          <p:cNvSpPr>
            <a:spLocks noGrp="1"/>
          </p:cNvSpPr>
          <p:nvPr>
            <p:ph type="dt" sz="half" idx="11"/>
          </p:nvPr>
        </p:nvSpPr>
        <p:spPr/>
        <p:txBody>
          <a:bodyPr/>
          <a:lstStyle/>
          <a:p>
            <a:fld id="{D634C82C-0833-44F2-825D-22A28E147404}" type="datetimeFigureOut">
              <a:rPr lang="en-US" smtClean="0"/>
              <a:t>8/31/26</a:t>
            </a:fld>
            <a:endParaRPr lang="en-US"/>
          </a:p>
        </p:txBody>
      </p:sp>
      <p:sp>
        <p:nvSpPr>
          <p:cNvPr id="3" name="Footer Placeholder 2">
            <a:extLst>
              <a:ext uri="{FF2B5EF4-FFF2-40B4-BE49-F238E27FC236}">
                <a16:creationId xmlns:a16="http://schemas.microsoft.com/office/drawing/2014/main" id="{0D75BED6-89F2-2FE6-C8BB-DCF2CF86042E}"/>
              </a:ext>
              <a:ext uri="{C183D7F6-B498-43B3-948B-1728B52AA6E4}">
                <adec:decorative xmlns:adec="http://schemas.microsoft.com/office/drawing/2017/decorative" val="1"/>
              </a:ext>
            </a:extLst>
          </p:cNvPr>
          <p:cNvSpPr>
            <a:spLocks noGrp="1"/>
          </p:cNvSpPr>
          <p:nvPr>
            <p:ph type="ftr" sz="quarter" idx="10"/>
          </p:nvPr>
        </p:nvSpPr>
        <p:spPr/>
        <p:txBody>
          <a:bodyPr/>
          <a:lstStyle/>
          <a:p>
            <a:endParaRPr lang="en-US"/>
          </a:p>
        </p:txBody>
      </p:sp>
      <p:sp>
        <p:nvSpPr>
          <p:cNvPr id="5" name="Slide Number Placeholder 4">
            <a:extLst>
              <a:ext uri="{FF2B5EF4-FFF2-40B4-BE49-F238E27FC236}">
                <a16:creationId xmlns:a16="http://schemas.microsoft.com/office/drawing/2014/main" id="{9BEFD26E-5268-A28D-B7DC-884BB2EB825F}"/>
              </a:ext>
              <a:ext uri="{C183D7F6-B498-43B3-948B-1728B52AA6E4}">
                <adec:decorative xmlns:adec="http://schemas.microsoft.com/office/drawing/2017/decorative" val="1"/>
              </a:ext>
            </a:extLst>
          </p:cNvPr>
          <p:cNvSpPr>
            <a:spLocks noGrp="1"/>
          </p:cNvSpPr>
          <p:nvPr>
            <p:ph type="sldNum" sz="quarter" idx="12"/>
          </p:nvPr>
        </p:nvSpPr>
        <p:spPr/>
        <p:txBody>
          <a:bodyPr/>
          <a:lstStyle/>
          <a:p>
            <a:fld id="{FF8F3C2A-8BF6-4332-8D46-68D10DFD091B}" type="slidenum">
              <a:rPr lang="en-US" smtClean="0"/>
              <a:t>‹#›</a:t>
            </a:fld>
            <a:endParaRPr lang="en-US"/>
          </a:p>
        </p:txBody>
      </p:sp>
    </p:spTree>
    <p:extLst>
      <p:ext uri="{BB962C8B-B14F-4D97-AF65-F5344CB8AC3E}">
        <p14:creationId xmlns:p14="http://schemas.microsoft.com/office/powerpoint/2010/main" val="1447597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solidFill>
          <a:schemeClr val="accent1"/>
        </a:solidFill>
        <a:effectLst/>
      </p:bgPr>
    </p:bg>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DBC706B5-DD0D-21FC-8DFC-D9B4B0C03970}"/>
              </a:ext>
            </a:extLst>
          </p:cNvPr>
          <p:cNvSpPr>
            <a:spLocks noGrp="1"/>
          </p:cNvSpPr>
          <p:nvPr>
            <p:ph type="body" sz="quarter" idx="14" hasCustomPrompt="1"/>
          </p:nvPr>
        </p:nvSpPr>
        <p:spPr>
          <a:xfrm>
            <a:off x="1511302" y="978085"/>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Lst>
          </p:cNvPr>
          <p:cNvSpPr>
            <a:spLocks noGrp="1"/>
          </p:cNvSpPr>
          <p:nvPr>
            <p:ph type="body" sz="quarter" idx="15" hasCustomPrompt="1"/>
          </p:nvPr>
        </p:nvSpPr>
        <p:spPr>
          <a:xfrm>
            <a:off x="1511302" y="1222962"/>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p:ph type="ctrTitle"/>
          </p:nvPr>
        </p:nvSpPr>
        <p:spPr>
          <a:xfrm>
            <a:off x="1511300" y="2285999"/>
            <a:ext cx="8229600" cy="1828803"/>
          </a:xfrm>
        </p:spPr>
        <p:txBody>
          <a:bodyPr anchor="b"/>
          <a:lstStyle>
            <a:lvl1pPr algn="l">
              <a:defRPr sz="6600"/>
            </a:lvl1pPr>
          </a:lstStyle>
          <a:p>
            <a:r>
              <a:rPr lang="en-US"/>
              <a:t>Click to edit Master 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p:ph type="body" sz="quarter" idx="13"/>
          </p:nvPr>
        </p:nvSpPr>
        <p:spPr>
          <a:xfrm>
            <a:off x="1511302" y="4596117"/>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4" name="Picture Placeholder 5">
            <a:extLst>
              <a:ext uri="{FF2B5EF4-FFF2-40B4-BE49-F238E27FC236}">
                <a16:creationId xmlns:a16="http://schemas.microsoft.com/office/drawing/2014/main" id="{AD295C37-A67F-85DD-1EA6-C16F8D707D28}"/>
              </a:ext>
            </a:extLst>
          </p:cNvPr>
          <p:cNvSpPr>
            <a:spLocks noGrp="1"/>
          </p:cNvSpPr>
          <p:nvPr>
            <p:ph type="pic" sz="quarter" idx="16" hasCustomPrompt="1"/>
          </p:nvPr>
        </p:nvSpPr>
        <p:spPr>
          <a:xfrm>
            <a:off x="1511301" y="5627683"/>
            <a:ext cx="3027623" cy="661824"/>
          </a:xfrm>
        </p:spPr>
        <p:txBody>
          <a:bodyPr anchor="ctr"/>
          <a:lstStyle>
            <a:lvl1pPr marL="0" indent="0" algn="ctr">
              <a:buNone/>
              <a:defRPr sz="900" b="1" cap="all" baseline="0"/>
            </a:lvl1pPr>
          </a:lstStyle>
          <a:p>
            <a:r>
              <a:rPr lang="en-US"/>
              <a:t>Click icon to insert Client logo</a:t>
            </a:r>
          </a:p>
        </p:txBody>
      </p:sp>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grpSp>
        <p:nvGrpSpPr>
          <p:cNvPr id="3" name="Group 2">
            <a:extLst>
              <a:ext uri="{FF2B5EF4-FFF2-40B4-BE49-F238E27FC236}">
                <a16:creationId xmlns:a16="http://schemas.microsoft.com/office/drawing/2014/main" id="{A678AD76-932D-60C2-B649-372C98C5CB95}"/>
              </a:ext>
            </a:extLst>
          </p:cNvPr>
          <p:cNvGrpSpPr>
            <a:grpSpLocks noChangeAspect="1"/>
          </p:cNvGrpSpPr>
          <p:nvPr userDrawn="1"/>
        </p:nvGrpSpPr>
        <p:grpSpPr>
          <a:xfrm>
            <a:off x="9740900" y="365194"/>
            <a:ext cx="2012461" cy="481821"/>
            <a:chOff x="8952524" y="343965"/>
            <a:chExt cx="2743592" cy="656868"/>
          </a:xfrm>
        </p:grpSpPr>
        <p:pic>
          <p:nvPicPr>
            <p:cNvPr id="4" name="Picture 9">
              <a:extLst>
                <a:ext uri="{FF2B5EF4-FFF2-40B4-BE49-F238E27FC236}">
                  <a16:creationId xmlns:a16="http://schemas.microsoft.com/office/drawing/2014/main" id="{7337B522-1F38-978E-BD0D-3A1F4AA50383}"/>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6" name="Picture 5" descr="Circle&#10;&#10;Description automatically generated with medium confidence">
              <a:extLst>
                <a:ext uri="{FF2B5EF4-FFF2-40B4-BE49-F238E27FC236}">
                  <a16:creationId xmlns:a16="http://schemas.microsoft.com/office/drawing/2014/main" id="{133AE83C-4033-3D20-C5AA-A4A55435E304}"/>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7" name="Straight Connector 6">
              <a:extLst>
                <a:ext uri="{FF2B5EF4-FFF2-40B4-BE49-F238E27FC236}">
                  <a16:creationId xmlns:a16="http://schemas.microsoft.com/office/drawing/2014/main" id="{E9C3D758-6898-3C0E-A8C0-0EDDE4B8415A}"/>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9793532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1"/>
              </a:ext>
            </a:extLst>
          </p:cNvPr>
          <p:cNvSpPr>
            <a:spLocks noGrp="1"/>
          </p:cNvSpPr>
          <p:nvPr>
            <p:ph type="pic" idx="1" hasCustomPrompt="1"/>
          </p:nvPr>
        </p:nvSpPr>
        <p:spPr>
          <a:xfrm>
            <a:off x="138685" y="0"/>
            <a:ext cx="12053316" cy="6858000"/>
          </a:xfrm>
          <a:solidFill>
            <a:schemeClr val="accent2"/>
          </a:solidFill>
        </p:spPr>
        <p:txBody>
          <a:bodyPr/>
          <a:lstStyle>
            <a:lvl1pPr marL="0" indent="0" algn="l">
              <a:buNone/>
              <a:defRPr sz="9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3" name="Text Placeholder 4">
            <a:extLst>
              <a:ext uri="{FF2B5EF4-FFF2-40B4-BE49-F238E27FC236}">
                <a16:creationId xmlns:a16="http://schemas.microsoft.com/office/drawing/2014/main" id="{F1FB8FC4-A6F7-F57C-F441-E6B1F67BF010}"/>
              </a:ext>
              <a:ext uri="{C183D7F6-B498-43B3-948B-1728B52AA6E4}">
                <adec:decorative xmlns:adec="http://schemas.microsoft.com/office/drawing/2017/decorative" val="0"/>
              </a:ext>
            </a:extLst>
          </p:cNvPr>
          <p:cNvSpPr>
            <a:spLocks noGrp="1"/>
          </p:cNvSpPr>
          <p:nvPr>
            <p:ph type="body" sz="quarter" idx="14" hasCustomPrompt="1"/>
          </p:nvPr>
        </p:nvSpPr>
        <p:spPr>
          <a:xfrm>
            <a:off x="563419" y="565622"/>
            <a:ext cx="3538683"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Deck type</a:t>
            </a:r>
          </a:p>
        </p:txBody>
      </p:sp>
      <p:sp>
        <p:nvSpPr>
          <p:cNvPr id="24" name="Text Placeholder 4">
            <a:extLst>
              <a:ext uri="{FF2B5EF4-FFF2-40B4-BE49-F238E27FC236}">
                <a16:creationId xmlns:a16="http://schemas.microsoft.com/office/drawing/2014/main" id="{BB7B25CB-74BE-4D5A-17D6-D0109DEB0460}"/>
              </a:ext>
              <a:ext uri="{C183D7F6-B498-43B3-948B-1728B52AA6E4}">
                <adec:decorative xmlns:adec="http://schemas.microsoft.com/office/drawing/2017/decorative" val="0"/>
              </a:ext>
            </a:extLst>
          </p:cNvPr>
          <p:cNvSpPr>
            <a:spLocks noGrp="1"/>
          </p:cNvSpPr>
          <p:nvPr>
            <p:ph type="body" sz="quarter" idx="17" hasCustomPrompt="1"/>
          </p:nvPr>
        </p:nvSpPr>
        <p:spPr>
          <a:xfrm>
            <a:off x="563419" y="810955"/>
            <a:ext cx="3538683"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Date</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7" y="1771428"/>
            <a:ext cx="3538683" cy="3303344"/>
          </a:xfrm>
        </p:spPr>
        <p:txBody>
          <a:bodyPr anchor="b"/>
          <a:lstStyle>
            <a:lvl1pPr algn="l">
              <a:defRPr sz="5400">
                <a:solidFill>
                  <a:schemeClr val="tx1"/>
                </a:solidFill>
              </a:defRPr>
            </a:lvl1pPr>
          </a:lstStyle>
          <a:p>
            <a:r>
              <a:rPr lang="en-US"/>
              <a:t>Click to edit Master title style</a:t>
            </a:r>
          </a:p>
        </p:txBody>
      </p:sp>
      <p:sp>
        <p:nvSpPr>
          <p:cNvPr id="21" name="Subtitle 2">
            <a:extLst>
              <a:ext uri="{FF2B5EF4-FFF2-40B4-BE49-F238E27FC236}">
                <a16:creationId xmlns:a16="http://schemas.microsoft.com/office/drawing/2014/main" id="{835A53F7-8D58-2C59-47EC-36F5C4D66C1D}"/>
              </a:ext>
            </a:extLst>
          </p:cNvPr>
          <p:cNvSpPr>
            <a:spLocks noGrp="1"/>
          </p:cNvSpPr>
          <p:nvPr>
            <p:ph type="subTitle" idx="16"/>
          </p:nvPr>
        </p:nvSpPr>
        <p:spPr>
          <a:xfrm>
            <a:off x="563419" y="5305366"/>
            <a:ext cx="3530599" cy="281023"/>
          </a:xfrm>
        </p:spPr>
        <p:txBody>
          <a:bodyPr/>
          <a:lstStyle>
            <a:lvl1pPr marL="0" indent="0" algn="l">
              <a:spcBef>
                <a:spcPts val="0"/>
              </a:spcBef>
              <a:buNone/>
              <a:defRPr sz="1400" b="1"/>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22" name="Text Placeholder 4">
            <a:extLst>
              <a:ext uri="{FF2B5EF4-FFF2-40B4-BE49-F238E27FC236}">
                <a16:creationId xmlns:a16="http://schemas.microsoft.com/office/drawing/2014/main" id="{4D624161-1603-24F0-E65F-7939967C247B}"/>
              </a:ext>
            </a:extLst>
          </p:cNvPr>
          <p:cNvSpPr>
            <a:spLocks noGrp="1"/>
          </p:cNvSpPr>
          <p:nvPr>
            <p:ph type="body" sz="quarter" idx="13"/>
          </p:nvPr>
        </p:nvSpPr>
        <p:spPr>
          <a:xfrm>
            <a:off x="563421" y="5646273"/>
            <a:ext cx="3530599" cy="640228"/>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grpSp>
        <p:nvGrpSpPr>
          <p:cNvPr id="2" name="Group 1">
            <a:extLst>
              <a:ext uri="{FF2B5EF4-FFF2-40B4-BE49-F238E27FC236}">
                <a16:creationId xmlns:a16="http://schemas.microsoft.com/office/drawing/2014/main" id="{E3C78D20-B987-5733-ECA1-84F1C68DC382}"/>
              </a:ext>
            </a:extLst>
          </p:cNvPr>
          <p:cNvGrpSpPr>
            <a:grpSpLocks noChangeAspect="1"/>
          </p:cNvGrpSpPr>
          <p:nvPr userDrawn="1"/>
        </p:nvGrpSpPr>
        <p:grpSpPr>
          <a:xfrm>
            <a:off x="9740900" y="365194"/>
            <a:ext cx="2012461" cy="481821"/>
            <a:chOff x="8952524" y="343965"/>
            <a:chExt cx="2743592" cy="656868"/>
          </a:xfrm>
        </p:grpSpPr>
        <p:pic>
          <p:nvPicPr>
            <p:cNvPr id="5" name="Picture 9">
              <a:extLst>
                <a:ext uri="{FF2B5EF4-FFF2-40B4-BE49-F238E27FC236}">
                  <a16:creationId xmlns:a16="http://schemas.microsoft.com/office/drawing/2014/main" id="{427D11A9-302E-8F72-7A73-5423531F2B5C}"/>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7" name="Picture 6" descr="Circle&#10;&#10;Description automatically generated with medium confidence">
              <a:extLst>
                <a:ext uri="{FF2B5EF4-FFF2-40B4-BE49-F238E27FC236}">
                  <a16:creationId xmlns:a16="http://schemas.microsoft.com/office/drawing/2014/main" id="{49B112D1-6351-D301-9DD7-52BC4E96CEC0}"/>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8" name="Straight Connector 7">
              <a:extLst>
                <a:ext uri="{FF2B5EF4-FFF2-40B4-BE49-F238E27FC236}">
                  <a16:creationId xmlns:a16="http://schemas.microsoft.com/office/drawing/2014/main" id="{97DC8BA4-8BDB-7721-9518-81071065AAE0}"/>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1471622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2"/>
            <a:ext cx="8229600" cy="3352799"/>
          </a:xfrm>
        </p:spPr>
        <p:txBody>
          <a:bodyPr anchor="t"/>
          <a:lstStyle>
            <a:lvl1pPr algn="l">
              <a:defRPr sz="5400">
                <a:solidFill>
                  <a:schemeClr val="tx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hasCustomPrompt="1"/>
          </p:nvPr>
        </p:nvSpPr>
        <p:spPr>
          <a:xfrm>
            <a:off x="1511300" y="5873498"/>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01. Section indicator</a:t>
            </a:r>
          </a:p>
        </p:txBody>
      </p:sp>
      <p:sp>
        <p:nvSpPr>
          <p:cNvPr id="68" name="Text Placeholder 4">
            <a:extLst>
              <a:ext uri="{FF2B5EF4-FFF2-40B4-BE49-F238E27FC236}">
                <a16:creationId xmlns:a16="http://schemas.microsoft.com/office/drawing/2014/main" id="{5F557AF5-01BB-32BE-5F8C-7D8A32ACFF51}"/>
              </a:ext>
            </a:extLst>
          </p:cNvPr>
          <p:cNvSpPr>
            <a:spLocks noGrp="1"/>
          </p:cNvSpPr>
          <p:nvPr>
            <p:ph type="body" sz="quarter" idx="15" hasCustomPrompt="1"/>
          </p:nvPr>
        </p:nvSpPr>
        <p:spPr>
          <a:xfrm>
            <a:off x="3390900" y="5873498"/>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02. Section indicator</a:t>
            </a:r>
          </a:p>
        </p:txBody>
      </p:sp>
      <p:sp>
        <p:nvSpPr>
          <p:cNvPr id="69" name="Text Placeholder 4">
            <a:extLst>
              <a:ext uri="{FF2B5EF4-FFF2-40B4-BE49-F238E27FC236}">
                <a16:creationId xmlns:a16="http://schemas.microsoft.com/office/drawing/2014/main" id="{EA8DA443-6290-9DB9-04F2-9B1A96CA4F76}"/>
              </a:ext>
            </a:extLst>
          </p:cNvPr>
          <p:cNvSpPr>
            <a:spLocks noGrp="1"/>
          </p:cNvSpPr>
          <p:nvPr>
            <p:ph type="body" sz="quarter" idx="16" hasCustomPrompt="1"/>
          </p:nvPr>
        </p:nvSpPr>
        <p:spPr>
          <a:xfrm>
            <a:off x="5270501" y="5873498"/>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03. Section indicator</a:t>
            </a:r>
          </a:p>
        </p:txBody>
      </p:sp>
      <p:sp>
        <p:nvSpPr>
          <p:cNvPr id="70" name="Text Placeholder 4">
            <a:extLst>
              <a:ext uri="{FF2B5EF4-FFF2-40B4-BE49-F238E27FC236}">
                <a16:creationId xmlns:a16="http://schemas.microsoft.com/office/drawing/2014/main" id="{00260703-D34F-5A7C-904B-8C2EF0DF100D}"/>
              </a:ext>
            </a:extLst>
          </p:cNvPr>
          <p:cNvSpPr>
            <a:spLocks noGrp="1"/>
          </p:cNvSpPr>
          <p:nvPr>
            <p:ph type="body" sz="quarter" idx="17" hasCustomPrompt="1"/>
          </p:nvPr>
        </p:nvSpPr>
        <p:spPr>
          <a:xfrm>
            <a:off x="7150105" y="5873498"/>
            <a:ext cx="1650996"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04. Section indicator</a:t>
            </a:r>
          </a:p>
        </p:txBody>
      </p:sp>
      <p:sp>
        <p:nvSpPr>
          <p:cNvPr id="71" name="Text Placeholder 4">
            <a:extLst>
              <a:ext uri="{FF2B5EF4-FFF2-40B4-BE49-F238E27FC236}">
                <a16:creationId xmlns:a16="http://schemas.microsoft.com/office/drawing/2014/main" id="{D30A30D2-FDB9-3F99-7B2E-D9B09BD1B4BE}"/>
              </a:ext>
            </a:extLst>
          </p:cNvPr>
          <p:cNvSpPr>
            <a:spLocks noGrp="1"/>
          </p:cNvSpPr>
          <p:nvPr>
            <p:ph type="body" sz="quarter" idx="18" hasCustomPrompt="1"/>
          </p:nvPr>
        </p:nvSpPr>
        <p:spPr>
          <a:xfrm>
            <a:off x="9030833" y="5873498"/>
            <a:ext cx="1649868"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05. Section indicator</a:t>
            </a:r>
          </a:p>
        </p:txBody>
      </p:sp>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grpSp>
        <p:nvGrpSpPr>
          <p:cNvPr id="2" name="Group 1">
            <a:extLst>
              <a:ext uri="{FF2B5EF4-FFF2-40B4-BE49-F238E27FC236}">
                <a16:creationId xmlns:a16="http://schemas.microsoft.com/office/drawing/2014/main" id="{AEED52C1-E012-9D0E-0132-A9084DADFED6}"/>
              </a:ext>
            </a:extLst>
          </p:cNvPr>
          <p:cNvGrpSpPr>
            <a:grpSpLocks noChangeAspect="1"/>
          </p:cNvGrpSpPr>
          <p:nvPr userDrawn="1"/>
        </p:nvGrpSpPr>
        <p:grpSpPr>
          <a:xfrm>
            <a:off x="9740900" y="365194"/>
            <a:ext cx="2012461" cy="481821"/>
            <a:chOff x="8952524" y="343965"/>
            <a:chExt cx="2743592" cy="656868"/>
          </a:xfrm>
        </p:grpSpPr>
        <p:pic>
          <p:nvPicPr>
            <p:cNvPr id="3" name="Picture 9">
              <a:extLst>
                <a:ext uri="{FF2B5EF4-FFF2-40B4-BE49-F238E27FC236}">
                  <a16:creationId xmlns:a16="http://schemas.microsoft.com/office/drawing/2014/main" id="{EA2C6CFD-184E-10F8-C508-36E2A559674C}"/>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4" name="Picture 3" descr="Circle&#10;&#10;Description automatically generated with medium confidence">
              <a:extLst>
                <a:ext uri="{FF2B5EF4-FFF2-40B4-BE49-F238E27FC236}">
                  <a16:creationId xmlns:a16="http://schemas.microsoft.com/office/drawing/2014/main" id="{5EEBFFCB-1603-2D85-3FAD-4DE52CA54037}"/>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5" name="Straight Connector 4">
              <a:extLst>
                <a:ext uri="{FF2B5EF4-FFF2-40B4-BE49-F238E27FC236}">
                  <a16:creationId xmlns:a16="http://schemas.microsoft.com/office/drawing/2014/main" id="{91F3DE94-B3FF-51E3-BD0E-130BEDCD6E88}"/>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53761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w/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C4A6-2BC8-FD0B-DA9C-2BDC78F77957}"/>
              </a:ext>
            </a:extLst>
          </p:cNvPr>
          <p:cNvSpPr>
            <a:spLocks noGrp="1"/>
          </p:cNvSpPr>
          <p:nvPr>
            <p:ph type="title"/>
          </p:nvPr>
        </p:nvSpPr>
        <p:spPr>
          <a:xfrm>
            <a:off x="571500" y="571501"/>
            <a:ext cx="3530600" cy="2857500"/>
          </a:xfrm>
        </p:spPr>
        <p:txBody>
          <a:bodyPr/>
          <a:lstStyle>
            <a:lvl1pPr>
              <a:defRPr sz="5400"/>
            </a:lvl1pPr>
          </a:lstStyle>
          <a:p>
            <a:r>
              <a:rPr lang="en-US"/>
              <a:t>Click to edit Master title style</a:t>
            </a:r>
          </a:p>
        </p:txBody>
      </p:sp>
      <p:sp>
        <p:nvSpPr>
          <p:cNvPr id="14" name="Text Placeholder 11">
            <a:extLst>
              <a:ext uri="{FF2B5EF4-FFF2-40B4-BE49-F238E27FC236}">
                <a16:creationId xmlns:a16="http://schemas.microsoft.com/office/drawing/2014/main" id="{86B577CB-5AFB-0B98-8BEA-5872C2FF677E}"/>
              </a:ext>
            </a:extLst>
          </p:cNvPr>
          <p:cNvSpPr>
            <a:spLocks noGrp="1"/>
          </p:cNvSpPr>
          <p:nvPr>
            <p:ph type="body" sz="quarter" idx="20"/>
          </p:nvPr>
        </p:nvSpPr>
        <p:spPr>
          <a:xfrm>
            <a:off x="571501" y="4114800"/>
            <a:ext cx="3530600" cy="9906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7D74199A-1D70-C562-62E1-637EF591F1EA}"/>
              </a:ext>
            </a:extLst>
          </p:cNvPr>
          <p:cNvSpPr>
            <a:spLocks noGrp="1"/>
          </p:cNvSpPr>
          <p:nvPr>
            <p:ph type="body" sz="quarter" idx="13"/>
          </p:nvPr>
        </p:nvSpPr>
        <p:spPr>
          <a:xfrm>
            <a:off x="6210300" y="1752600"/>
            <a:ext cx="5410200" cy="3352800"/>
          </a:xfrm>
        </p:spPr>
        <p:txBody>
          <a:bodyPr/>
          <a:lstStyle>
            <a:lvl1pPr marL="287331" indent="-287331">
              <a:spcBef>
                <a:spcPts val="0"/>
              </a:spcBef>
              <a:buSzPct val="85000"/>
              <a:defRPr sz="2200"/>
            </a:lvl1pPr>
            <a:lvl2pPr marL="514338" indent="-174621">
              <a:defRPr sz="1400"/>
            </a:lvl2pPr>
            <a:lvl3pPr marL="739756" indent="-165096">
              <a:defRPr sz="1200"/>
            </a:lvl3pPr>
            <a:lvl4pPr marL="976289" indent="-174621">
              <a:defRPr sz="1000"/>
            </a:lvl4pPr>
            <a:lvl5pPr marL="1201709" indent="-174621">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DE46F07-9C9C-47CE-B42A-F6A276963F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F2D65486-4CAF-D8E0-DC46-EFC5FB8C97B1}"/>
              </a:ext>
              <a:ext uri="{C183D7F6-B498-43B3-948B-1728B52AA6E4}">
                <adec:decorative xmlns:adec="http://schemas.microsoft.com/office/drawing/2017/decorative" val="1"/>
              </a:ext>
            </a:extLst>
          </p:cNvPr>
          <p:cNvSpPr>
            <a:spLocks noGrp="1"/>
          </p:cNvSpPr>
          <p:nvPr>
            <p:ph type="dt" sz="half" idx="11"/>
          </p:nvPr>
        </p:nvSpPr>
        <p:spPr/>
        <p:txBody>
          <a:bodyPr/>
          <a:lstStyle/>
          <a:p>
            <a:fld id="{A844713A-762C-46FB-AFEA-BF5BC39F2835}" type="datetimeyyyy">
              <a:rPr lang="en-US" smtClean="0"/>
              <a:t>2026</a:t>
            </a:fld>
            <a:endParaRPr lang="en-US"/>
          </a:p>
        </p:txBody>
      </p:sp>
      <p:sp>
        <p:nvSpPr>
          <p:cNvPr id="5" name="Slide Number Placeholder 4">
            <a:extLst>
              <a:ext uri="{FF2B5EF4-FFF2-40B4-BE49-F238E27FC236}">
                <a16:creationId xmlns:a16="http://schemas.microsoft.com/office/drawing/2014/main" id="{DCC32286-3989-F722-CA5F-7B056F277CC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8" name="Group 7">
            <a:extLst>
              <a:ext uri="{FF2B5EF4-FFF2-40B4-BE49-F238E27FC236}">
                <a16:creationId xmlns:a16="http://schemas.microsoft.com/office/drawing/2014/main" id="{D315C4D7-8F31-3942-BF78-BB837B747F36}"/>
              </a:ext>
            </a:extLst>
          </p:cNvPr>
          <p:cNvGrpSpPr>
            <a:grpSpLocks noChangeAspect="1"/>
          </p:cNvGrpSpPr>
          <p:nvPr userDrawn="1"/>
        </p:nvGrpSpPr>
        <p:grpSpPr>
          <a:xfrm>
            <a:off x="9740900" y="365194"/>
            <a:ext cx="2012461" cy="481821"/>
            <a:chOff x="8952524" y="343965"/>
            <a:chExt cx="2743592" cy="656868"/>
          </a:xfrm>
        </p:grpSpPr>
        <p:pic>
          <p:nvPicPr>
            <p:cNvPr id="9" name="Picture 9">
              <a:extLst>
                <a:ext uri="{FF2B5EF4-FFF2-40B4-BE49-F238E27FC236}">
                  <a16:creationId xmlns:a16="http://schemas.microsoft.com/office/drawing/2014/main" id="{4B898EDC-4CCC-7C4D-5582-4E1E4998147D}"/>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10" name="Picture 9" descr="Circle&#10;&#10;Description automatically generated with medium confidence">
              <a:extLst>
                <a:ext uri="{FF2B5EF4-FFF2-40B4-BE49-F238E27FC236}">
                  <a16:creationId xmlns:a16="http://schemas.microsoft.com/office/drawing/2014/main" id="{00937B8B-3F43-5A86-0C7E-98555E1036F4}"/>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11" name="Straight Connector 10">
              <a:extLst>
                <a:ext uri="{FF2B5EF4-FFF2-40B4-BE49-F238E27FC236}">
                  <a16:creationId xmlns:a16="http://schemas.microsoft.com/office/drawing/2014/main" id="{633B3D49-30A3-36AC-6385-AA578EDB5A4B}"/>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152983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87A5D98-A155-4A2C-A9E2-FF413A52CD58}"/>
              </a:ext>
            </a:extLst>
          </p:cNvPr>
          <p:cNvSpPr>
            <a:spLocks noGrp="1"/>
          </p:cNvSpPr>
          <p:nvPr>
            <p:ph type="title"/>
          </p:nvPr>
        </p:nvSpPr>
        <p:spPr/>
        <p:txBody>
          <a:bodyPr/>
          <a:lstStyle/>
          <a:p>
            <a:r>
              <a:rPr lang="en-US"/>
              <a:t>Click to edit Master title style</a:t>
            </a:r>
          </a:p>
        </p:txBody>
      </p:sp>
      <p:sp>
        <p:nvSpPr>
          <p:cNvPr id="8" name="Text Placeholder 11">
            <a:extLst>
              <a:ext uri="{FF2B5EF4-FFF2-40B4-BE49-F238E27FC236}">
                <a16:creationId xmlns:a16="http://schemas.microsoft.com/office/drawing/2014/main" id="{52D34A87-0769-3C03-D1EA-BEFE5F31F9BC}"/>
              </a:ext>
            </a:extLst>
          </p:cNvPr>
          <p:cNvSpPr>
            <a:spLocks noGrp="1"/>
          </p:cNvSpPr>
          <p:nvPr>
            <p:ph type="body" sz="quarter" idx="14"/>
          </p:nvPr>
        </p:nvSpPr>
        <p:spPr>
          <a:xfrm>
            <a:off x="571500" y="1752601"/>
            <a:ext cx="11049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AFA20EAA-86AC-4480-9CAA-88657F3D94ED}"/>
              </a:ext>
            </a:extLst>
          </p:cNvPr>
          <p:cNvSpPr>
            <a:spLocks noGrp="1"/>
          </p:cNvSpPr>
          <p:nvPr>
            <p:ph sz="quarter" idx="13"/>
          </p:nvPr>
        </p:nvSpPr>
        <p:spPr>
          <a:xfrm>
            <a:off x="571501" y="2933700"/>
            <a:ext cx="11048999"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4418CA-82D1-4D77-BF0D-0416BC54B411}"/>
              </a:ext>
              <a:ext uri="{C183D7F6-B498-43B3-948B-1728B52AA6E4}">
                <adec:decorative xmlns:adec="http://schemas.microsoft.com/office/drawing/2017/decorative" val="1"/>
              </a:ext>
            </a:extLst>
          </p:cNvPr>
          <p:cNvSpPr>
            <a:spLocks noGrp="1"/>
          </p:cNvSpPr>
          <p:nvPr>
            <p:ph type="dt" sz="half" idx="10"/>
          </p:nvPr>
        </p:nvSpPr>
        <p:spPr/>
        <p:txBody>
          <a:bodyPr/>
          <a:lstStyle/>
          <a:p>
            <a:fld id="{A95765D1-9DCC-4E17-9905-A51AC45E71E0}" type="datetimeyyyy">
              <a:rPr lang="en-US" smtClean="0"/>
              <a:t>2026</a:t>
            </a:fld>
            <a:endParaRPr lang="en-US"/>
          </a:p>
        </p:txBody>
      </p:sp>
      <p:sp>
        <p:nvSpPr>
          <p:cNvPr id="9" name="Footer Placeholder 8">
            <a:extLst>
              <a:ext uri="{FF2B5EF4-FFF2-40B4-BE49-F238E27FC236}">
                <a16:creationId xmlns:a16="http://schemas.microsoft.com/office/drawing/2014/main" id="{921A5836-40BC-4565-9B91-02610BB2DED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9">
            <a:extLst>
              <a:ext uri="{FF2B5EF4-FFF2-40B4-BE49-F238E27FC236}">
                <a16:creationId xmlns:a16="http://schemas.microsoft.com/office/drawing/2014/main" id="{CBD6848A-A4A5-4326-A71B-8EF2FF7C4F3E}"/>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052571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BA6A42-67C9-3DA2-AAE7-C5530FE646E6}"/>
              </a:ext>
              <a:ext uri="{C183D7F6-B498-43B3-948B-1728B52AA6E4}">
                <adec:decorative xmlns:adec="http://schemas.microsoft.com/office/drawing/2017/decorative" val="1"/>
              </a:ext>
            </a:extLst>
          </p:cNvPr>
          <p:cNvSpPr/>
          <p:nvPr userDrawn="1"/>
        </p:nvSpPr>
        <p:spPr>
          <a:xfrm>
            <a:off x="4559301" y="0"/>
            <a:ext cx="76326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 name="Title 1">
            <a:extLst>
              <a:ext uri="{FF2B5EF4-FFF2-40B4-BE49-F238E27FC236}">
                <a16:creationId xmlns:a16="http://schemas.microsoft.com/office/drawing/2014/main" id="{4151AB39-5D36-0881-CBCF-7839008FF240}"/>
              </a:ext>
            </a:extLst>
          </p:cNvPr>
          <p:cNvSpPr>
            <a:spLocks noGrp="1"/>
          </p:cNvSpPr>
          <p:nvPr>
            <p:ph type="title"/>
          </p:nvPr>
        </p:nvSpPr>
        <p:spPr>
          <a:xfrm>
            <a:off x="571500" y="571501"/>
            <a:ext cx="2819400" cy="2857500"/>
          </a:xfrm>
        </p:spPr>
        <p:txBody>
          <a:bodyPr/>
          <a:lstStyle/>
          <a:p>
            <a:r>
              <a:rPr lang="en-US"/>
              <a:t>Click to edit Master title style</a:t>
            </a:r>
          </a:p>
        </p:txBody>
      </p:sp>
      <p:sp>
        <p:nvSpPr>
          <p:cNvPr id="11" name="Text Placeholder 10">
            <a:extLst>
              <a:ext uri="{FF2B5EF4-FFF2-40B4-BE49-F238E27FC236}">
                <a16:creationId xmlns:a16="http://schemas.microsoft.com/office/drawing/2014/main" id="{BD4BE7AC-B8E8-B90D-53BF-AA6DB0C0ECAF}"/>
              </a:ext>
            </a:extLst>
          </p:cNvPr>
          <p:cNvSpPr>
            <a:spLocks noGrp="1"/>
          </p:cNvSpPr>
          <p:nvPr>
            <p:ph type="body" sz="quarter" idx="13"/>
          </p:nvPr>
        </p:nvSpPr>
        <p:spPr>
          <a:xfrm>
            <a:off x="571500" y="4114800"/>
            <a:ext cx="2819400" cy="21717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3F41AAA-F21A-3BB2-9278-FE4B403424CD}"/>
              </a:ext>
            </a:extLst>
          </p:cNvPr>
          <p:cNvSpPr>
            <a:spLocks noGrp="1"/>
          </p:cNvSpPr>
          <p:nvPr>
            <p:ph type="body" sz="quarter" idx="15"/>
          </p:nvPr>
        </p:nvSpPr>
        <p:spPr>
          <a:xfrm>
            <a:off x="5270500" y="571500"/>
            <a:ext cx="5410200" cy="457200"/>
          </a:xfrm>
        </p:spPr>
        <p:txBody>
          <a:bodyPr/>
          <a:lstStyle>
            <a:lvl1pPr marL="0" indent="0">
              <a:lnSpc>
                <a:spcPct val="90000"/>
              </a:lnSpc>
              <a:buNone/>
              <a:defRPr sz="2200">
                <a:solidFill>
                  <a:schemeClr val="bg1"/>
                </a:solidFill>
              </a:defRPr>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8" name="Text Placeholder 17">
            <a:extLst>
              <a:ext uri="{FF2B5EF4-FFF2-40B4-BE49-F238E27FC236}">
                <a16:creationId xmlns:a16="http://schemas.microsoft.com/office/drawing/2014/main" id="{B8D158A6-5206-4DC5-FE96-95B04D8E8AF1}"/>
              </a:ext>
              <a:ext uri="{C183D7F6-B498-43B3-948B-1728B52AA6E4}">
                <adec:decorative xmlns:adec="http://schemas.microsoft.com/office/drawing/2017/decorative" val="1"/>
              </a:ext>
            </a:extLst>
          </p:cNvPr>
          <p:cNvSpPr>
            <a:spLocks noGrp="1"/>
          </p:cNvSpPr>
          <p:nvPr>
            <p:ph type="body" sz="quarter" idx="18"/>
          </p:nvPr>
        </p:nvSpPr>
        <p:spPr>
          <a:xfrm>
            <a:off x="9381263" y="4277504"/>
            <a:ext cx="2810740" cy="2580496"/>
          </a:xfrm>
          <a:custGeom>
            <a:avLst/>
            <a:gdLst>
              <a:gd name="connsiteX0" fmla="*/ 2454858 w 2810740"/>
              <a:gd name="connsiteY0" fmla="*/ 46 h 2580496"/>
              <a:gd name="connsiteX1" fmla="*/ 2724648 w 2810740"/>
              <a:gd name="connsiteY1" fmla="*/ 24068 h 2580496"/>
              <a:gd name="connsiteX2" fmla="*/ 2810740 w 2810740"/>
              <a:gd name="connsiteY2" fmla="*/ 44700 h 2580496"/>
              <a:gd name="connsiteX3" fmla="*/ 2810740 w 2810740"/>
              <a:gd name="connsiteY3" fmla="*/ 664418 h 2580496"/>
              <a:gd name="connsiteX4" fmla="*/ 2770611 w 2810740"/>
              <a:gd name="connsiteY4" fmla="*/ 643239 h 2580496"/>
              <a:gd name="connsiteX5" fmla="*/ 1783822 w 2810740"/>
              <a:gd name="connsiteY5" fmla="*/ 949432 h 2580496"/>
              <a:gd name="connsiteX6" fmla="*/ 700923 w 2810740"/>
              <a:gd name="connsiteY6" fmla="*/ 2580496 h 2580496"/>
              <a:gd name="connsiteX7" fmla="*/ 0 w 2810740"/>
              <a:gd name="connsiteY7" fmla="*/ 2580496 h 2580496"/>
              <a:gd name="connsiteX8" fmla="*/ 1297316 w 2810740"/>
              <a:gd name="connsiteY8" fmla="*/ 626437 h 2580496"/>
              <a:gd name="connsiteX9" fmla="*/ 2454858 w 2810740"/>
              <a:gd name="connsiteY9" fmla="*/ 46 h 258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0740" h="2580496">
                <a:moveTo>
                  <a:pt x="2454858" y="46"/>
                </a:moveTo>
                <a:cubicBezTo>
                  <a:pt x="2544831" y="-679"/>
                  <a:pt x="2635195" y="7240"/>
                  <a:pt x="2724648" y="24068"/>
                </a:cubicBezTo>
                <a:lnTo>
                  <a:pt x="2810740" y="44700"/>
                </a:lnTo>
                <a:lnTo>
                  <a:pt x="2810740" y="664418"/>
                </a:lnTo>
                <a:lnTo>
                  <a:pt x="2770611" y="643239"/>
                </a:lnTo>
                <a:cubicBezTo>
                  <a:pt x="2418095" y="500699"/>
                  <a:pt x="2002334" y="620303"/>
                  <a:pt x="1783822" y="949432"/>
                </a:cubicBezTo>
                <a:lnTo>
                  <a:pt x="700923" y="2580496"/>
                </a:lnTo>
                <a:lnTo>
                  <a:pt x="0" y="2580496"/>
                </a:lnTo>
                <a:lnTo>
                  <a:pt x="1297316" y="626437"/>
                </a:lnTo>
                <a:cubicBezTo>
                  <a:pt x="1564896" y="223429"/>
                  <a:pt x="2004992" y="3675"/>
                  <a:pt x="2454858" y="46"/>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13" name="Text Placeholder 12">
            <a:extLst>
              <a:ext uri="{FF2B5EF4-FFF2-40B4-BE49-F238E27FC236}">
                <a16:creationId xmlns:a16="http://schemas.microsoft.com/office/drawing/2014/main" id="{9CAA9D8F-EBCC-F115-0711-A1D7885B7DBA}"/>
              </a:ext>
            </a:extLst>
          </p:cNvPr>
          <p:cNvSpPr>
            <a:spLocks noGrp="1"/>
          </p:cNvSpPr>
          <p:nvPr>
            <p:ph type="body" sz="quarter" idx="14"/>
          </p:nvPr>
        </p:nvSpPr>
        <p:spPr>
          <a:xfrm>
            <a:off x="5270500" y="1752601"/>
            <a:ext cx="5410200" cy="4533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846C56A-AFFD-5EF5-83B3-C8D68964BE82}"/>
              </a:ext>
              <a:ext uri="{C183D7F6-B498-43B3-948B-1728B52AA6E4}">
                <adec:decorative xmlns:adec="http://schemas.microsoft.com/office/drawing/2017/decorative" val="1"/>
              </a:ext>
            </a:extLst>
          </p:cNvPr>
          <p:cNvSpPr>
            <a:spLocks noGrp="1"/>
          </p:cNvSpPr>
          <p:nvPr>
            <p:ph type="ftr" sz="quarter" idx="10"/>
          </p:nvPr>
        </p:nvSpPr>
        <p:spPr>
          <a:xfrm>
            <a:off x="1645217" y="6503671"/>
            <a:ext cx="2743200" cy="137160"/>
          </a:xfrm>
        </p:spPr>
        <p:txBody>
          <a:bodyPr/>
          <a:lstStyle>
            <a:lvl1pPr>
              <a:defRPr>
                <a:solidFill>
                  <a:schemeClr val="tx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2D393A-8980-E579-A0EC-A080720B843B}"/>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1"/>
                </a:solidFill>
              </a:defRPr>
            </a:lvl1pPr>
          </a:lstStyle>
          <a:p>
            <a:fld id="{45FBCCCF-693E-4A1A-BFCB-FADBC04A55F2}" type="datetimeyyyy">
              <a:rPr lang="en-US" smtClean="0"/>
              <a:t>2026</a:t>
            </a:fld>
            <a:endParaRPr lang="en-US"/>
          </a:p>
        </p:txBody>
      </p:sp>
      <p:sp>
        <p:nvSpPr>
          <p:cNvPr id="5" name="Slide Number Placeholder 4">
            <a:extLst>
              <a:ext uri="{FF2B5EF4-FFF2-40B4-BE49-F238E27FC236}">
                <a16:creationId xmlns:a16="http://schemas.microsoft.com/office/drawing/2014/main" id="{8C4ADD89-C976-6DB8-EBFF-971ECFA635A4}"/>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2"/>
                </a:solidFill>
              </a:defRPr>
            </a:lvl1pPr>
          </a:lstStyle>
          <a:p>
            <a:fld id="{B2643E34-DC33-45ED-8E33-EC0D5991E9A4}" type="slidenum">
              <a:rPr lang="en-US" smtClean="0"/>
              <a:pPr/>
              <a:t>‹#›</a:t>
            </a:fld>
            <a:endParaRPr lang="en-US"/>
          </a:p>
        </p:txBody>
      </p:sp>
      <p:grpSp>
        <p:nvGrpSpPr>
          <p:cNvPr id="17" name="Group 16">
            <a:extLst>
              <a:ext uri="{FF2B5EF4-FFF2-40B4-BE49-F238E27FC236}">
                <a16:creationId xmlns:a16="http://schemas.microsoft.com/office/drawing/2014/main" id="{CF8A6AE4-B86A-F84A-EE24-1C21E2CDD6FF}"/>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9" name="Rectangle 18">
              <a:extLst>
                <a:ext uri="{FF2B5EF4-FFF2-40B4-BE49-F238E27FC236}">
                  <a16:creationId xmlns:a16="http://schemas.microsoft.com/office/drawing/2014/main" id="{FD0F5319-D798-F401-05E6-B3F72287C76C}"/>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Shape Layout INSTRUCTIONS</a:t>
              </a:r>
            </a:p>
            <a:p>
              <a:pPr marL="174621" indent="-174621">
                <a:spcBef>
                  <a:spcPts val="1200"/>
                </a:spcBef>
                <a:buFont typeface="Avenir Next LT Pro" panose="020B0504020202020204" pitchFamily="34" charset="0"/>
                <a:buChar char="•"/>
              </a:pPr>
              <a:r>
                <a:rPr lang="en-US" sz="1000">
                  <a:solidFill>
                    <a:schemeClr val="tx1"/>
                  </a:solidFill>
                </a:rPr>
                <a:t>The colored shape on this layout is intended </a:t>
              </a:r>
              <a:br>
                <a:rPr lang="en-US" sz="1000">
                  <a:solidFill>
                    <a:schemeClr val="tx1"/>
                  </a:solidFill>
                </a:rPr>
              </a:br>
              <a:r>
                <a:rPr lang="en-US" sz="1000">
                  <a:solidFill>
                    <a:schemeClr val="tx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tx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tx1"/>
                  </a:solidFill>
                </a:rPr>
                <a:t>Change the color by selecting it and </a:t>
              </a:r>
              <a:br>
                <a:rPr lang="en-US" sz="1000">
                  <a:solidFill>
                    <a:schemeClr val="tx1"/>
                  </a:solidFill>
                </a:rPr>
              </a:br>
              <a:r>
                <a:rPr lang="en-US" sz="1000">
                  <a:solidFill>
                    <a:schemeClr val="tx1"/>
                  </a:solidFill>
                </a:rPr>
                <a:t>choosing a new color from the theme row </a:t>
              </a:r>
              <a:br>
                <a:rPr lang="en-US" sz="1000">
                  <a:solidFill>
                    <a:schemeClr val="tx1"/>
                  </a:solidFill>
                </a:rPr>
              </a:br>
              <a:r>
                <a:rPr lang="en-US" sz="1000">
                  <a:solidFill>
                    <a:schemeClr val="tx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tx1"/>
                </a:solidFill>
              </a:endParaRPr>
            </a:p>
            <a:p>
              <a:pPr marL="174621" indent="-174621">
                <a:spcBef>
                  <a:spcPts val="1200"/>
                </a:spcBef>
                <a:buFont typeface="Avenir Next LT Pro" panose="020B0504020202020204" pitchFamily="34" charset="0"/>
                <a:buChar char="•"/>
              </a:pPr>
              <a:endParaRPr lang="en-US" sz="1000">
                <a:solidFill>
                  <a:schemeClr val="tx1"/>
                </a:solidFill>
              </a:endParaRPr>
            </a:p>
            <a:p>
              <a:pPr marL="174621" indent="-174621">
                <a:spcBef>
                  <a:spcPts val="1200"/>
                </a:spcBef>
                <a:buFont typeface="Avenir Next LT Pro" panose="020B0504020202020204" pitchFamily="34" charset="0"/>
                <a:buChar char="•"/>
              </a:pPr>
              <a:endParaRPr lang="en-US" sz="1000">
                <a:solidFill>
                  <a:schemeClr val="tx1"/>
                </a:solidFill>
              </a:endParaRPr>
            </a:p>
            <a:p>
              <a:pPr>
                <a:spcBef>
                  <a:spcPts val="1200"/>
                </a:spcBef>
              </a:pPr>
              <a:endParaRPr lang="en-US" sz="1000">
                <a:solidFill>
                  <a:schemeClr val="tx1"/>
                </a:solidFill>
              </a:endParaRPr>
            </a:p>
            <a:p>
              <a:pPr marL="174621" indent="-174621">
                <a:spcBef>
                  <a:spcPts val="1200"/>
                </a:spcBef>
                <a:buFont typeface="Avenir Next LT Pro" panose="020B0504020202020204" pitchFamily="34" charset="0"/>
                <a:buChar char="•"/>
              </a:pPr>
              <a:r>
                <a:rPr lang="en-US" sz="1000">
                  <a:solidFill>
                    <a:schemeClr val="tx1"/>
                  </a:solidFill>
                </a:rPr>
                <a:t>The background shape should always sit behind the other elements on the slide. </a:t>
              </a:r>
              <a:br>
                <a:rPr lang="en-US" sz="1000">
                  <a:solidFill>
                    <a:schemeClr val="tx1"/>
                  </a:solidFill>
                </a:rPr>
              </a:br>
              <a:r>
                <a:rPr lang="en-US" sz="1000">
                  <a:solidFill>
                    <a:schemeClr val="tx1"/>
                  </a:solidFill>
                </a:rPr>
                <a:t>If an image placeholder exists on the same layout, once you add the image you may have to select it and use Arrange &gt; Send to Back.</a:t>
              </a:r>
            </a:p>
          </p:txBody>
        </p:sp>
        <p:grpSp>
          <p:nvGrpSpPr>
            <p:cNvPr id="20" name="Group 19">
              <a:extLst>
                <a:ext uri="{FF2B5EF4-FFF2-40B4-BE49-F238E27FC236}">
                  <a16:creationId xmlns:a16="http://schemas.microsoft.com/office/drawing/2014/main" id="{5F01D68A-ED21-DE94-8D69-C0F8658AC856}"/>
                </a:ext>
              </a:extLst>
            </p:cNvPr>
            <p:cNvGrpSpPr/>
            <p:nvPr/>
          </p:nvGrpSpPr>
          <p:grpSpPr>
            <a:xfrm>
              <a:off x="13142686" y="1954129"/>
              <a:ext cx="1455058" cy="864391"/>
              <a:chOff x="12700000" y="2008563"/>
              <a:chExt cx="2565400" cy="1524000"/>
            </a:xfrm>
          </p:grpSpPr>
          <p:pic>
            <p:nvPicPr>
              <p:cNvPr id="21" name="Picture 20" descr="A picture containing table&#10;&#10;Description automatically generated">
                <a:extLst>
                  <a:ext uri="{FF2B5EF4-FFF2-40B4-BE49-F238E27FC236}">
                    <a16:creationId xmlns:a16="http://schemas.microsoft.com/office/drawing/2014/main" id="{AA77D5B3-4846-E5B2-CDF7-D26DF6CF49B1}"/>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4A2AB13A-CDB3-E62C-D816-FE9C016E82EB}"/>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pic>
        <p:nvPicPr>
          <p:cNvPr id="9" name="Picture 9">
            <a:extLst>
              <a:ext uri="{FF2B5EF4-FFF2-40B4-BE49-F238E27FC236}">
                <a16:creationId xmlns:a16="http://schemas.microsoft.com/office/drawing/2014/main" id="{2D8E0F5B-E7F1-0403-7367-36B8F1937D84}"/>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1502" y="6472120"/>
            <a:ext cx="562567" cy="145851"/>
          </a:xfrm>
          <a:prstGeom prst="rect">
            <a:avLst/>
          </a:prstGeom>
        </p:spPr>
      </p:pic>
      <p:sp>
        <p:nvSpPr>
          <p:cNvPr id="10" name="Footer Placeholder 3">
            <a:extLst>
              <a:ext uri="{FF2B5EF4-FFF2-40B4-BE49-F238E27FC236}">
                <a16:creationId xmlns:a16="http://schemas.microsoft.com/office/drawing/2014/main" id="{AE7DEBBC-53DD-BDE3-155C-162C1926A6D1}"/>
              </a:ext>
              <a:ext uri="{C183D7F6-B498-43B3-948B-1728B52AA6E4}">
                <adec:decorative xmlns:adec="http://schemas.microsoft.com/office/drawing/2017/decorative" val="1"/>
              </a:ext>
            </a:extLst>
          </p:cNvPr>
          <p:cNvSpPr txBox="1">
            <a:spLocks/>
          </p:cNvSpPr>
          <p:nvPr userDrawn="1"/>
        </p:nvSpPr>
        <p:spPr>
          <a:xfrm>
            <a:off x="1299709" y="6503671"/>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solidFill>
                  <a:schemeClr val="tx1"/>
                </a:solidFill>
              </a:rPr>
              <a:t>©</a:t>
            </a:r>
          </a:p>
        </p:txBody>
      </p:sp>
    </p:spTree>
    <p:extLst>
      <p:ext uri="{BB962C8B-B14F-4D97-AF65-F5344CB8AC3E}">
        <p14:creationId xmlns:p14="http://schemas.microsoft.com/office/powerpoint/2010/main" val="605387290"/>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A64D-EC33-80B9-F80A-68A80FC6609E}"/>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4871E354-1003-F7B6-2E4E-FF83E0B7B3E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FB7E0A99-1A28-4D24-A585-99C2E027D9DC}"/>
              </a:ext>
            </a:extLst>
          </p:cNvPr>
          <p:cNvSpPr>
            <a:spLocks noGrp="1"/>
          </p:cNvSpPr>
          <p:nvPr>
            <p:ph sz="half" idx="1"/>
          </p:nvPr>
        </p:nvSpPr>
        <p:spPr>
          <a:xfrm>
            <a:off x="571500" y="2933701"/>
            <a:ext cx="4470400"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E6115-4384-41EE-B6B2-940A4649995F}"/>
              </a:ext>
            </a:extLst>
          </p:cNvPr>
          <p:cNvSpPr>
            <a:spLocks noGrp="1"/>
          </p:cNvSpPr>
          <p:nvPr>
            <p:ph sz="half" idx="2"/>
          </p:nvPr>
        </p:nvSpPr>
        <p:spPr>
          <a:xfrm>
            <a:off x="6210302" y="2933701"/>
            <a:ext cx="4470399"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FEA81D9C-1714-41EC-AB5C-54E1320D367A}"/>
              </a:ext>
              <a:ext uri="{C183D7F6-B498-43B3-948B-1728B52AA6E4}">
                <adec:decorative xmlns:adec="http://schemas.microsoft.com/office/drawing/2017/decorative" val="1"/>
              </a:ext>
            </a:extLst>
          </p:cNvPr>
          <p:cNvSpPr>
            <a:spLocks noGrp="1"/>
          </p:cNvSpPr>
          <p:nvPr>
            <p:ph type="dt" sz="half" idx="10"/>
          </p:nvPr>
        </p:nvSpPr>
        <p:spPr/>
        <p:txBody>
          <a:bodyPr/>
          <a:lstStyle/>
          <a:p>
            <a:fld id="{A955F345-CD5E-454A-A42B-3900DCEC4A8E}" type="datetimeyyyy">
              <a:rPr lang="en-US" smtClean="0"/>
              <a:t>2026</a:t>
            </a:fld>
            <a:endParaRPr lang="en-US"/>
          </a:p>
        </p:txBody>
      </p:sp>
      <p:sp>
        <p:nvSpPr>
          <p:cNvPr id="9" name="Footer Placeholder 8">
            <a:extLst>
              <a:ext uri="{FF2B5EF4-FFF2-40B4-BE49-F238E27FC236}">
                <a16:creationId xmlns:a16="http://schemas.microsoft.com/office/drawing/2014/main" id="{138C60D4-B5E0-4E33-9DD7-8166677DEA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F9FE130B-2CDC-422E-A384-1923087EC34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7065404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5270-F0A7-41DD-AB7A-83D81B515BC4}"/>
              </a:ext>
            </a:extLst>
          </p:cNvPr>
          <p:cNvSpPr>
            <a:spLocks noGrp="1"/>
          </p:cNvSpPr>
          <p:nvPr>
            <p:ph type="title"/>
          </p:nvPr>
        </p:nvSpPr>
        <p:spPr/>
        <p:txBody>
          <a:bodyPr/>
          <a:lstStyle/>
          <a:p>
            <a:r>
              <a:rPr lang="en-US"/>
              <a:t>Click to edit Master title style</a:t>
            </a:r>
          </a:p>
        </p:txBody>
      </p:sp>
      <p:sp>
        <p:nvSpPr>
          <p:cNvPr id="6" name="Text Placeholder 11">
            <a:extLst>
              <a:ext uri="{FF2B5EF4-FFF2-40B4-BE49-F238E27FC236}">
                <a16:creationId xmlns:a16="http://schemas.microsoft.com/office/drawing/2014/main" id="{C8E43266-992D-58F3-73FE-E38797027945}"/>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p>
            <a:fld id="{8549838B-8FB6-4A1D-8FF7-A75B50B468EC}"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0078382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Only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p:txBody>
          <a:bodyPr/>
          <a:lstStyle/>
          <a:p>
            <a:r>
              <a:rPr lang="en-US"/>
              <a:t>Click to edit Master title style</a:t>
            </a:r>
          </a:p>
        </p:txBody>
      </p:sp>
      <p:sp>
        <p:nvSpPr>
          <p:cNvPr id="10" name="Text Placeholder 11">
            <a:extLst>
              <a:ext uri="{FF2B5EF4-FFF2-40B4-BE49-F238E27FC236}">
                <a16:creationId xmlns:a16="http://schemas.microsoft.com/office/drawing/2014/main" id="{41876296-E753-8C3F-8271-24B8BC7D680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E193F512-0A29-4898-ADD2-68AB1CCB9D38}"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44E6FEBF-F4D5-5A80-8815-323B4D094155}"/>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71502" y="6472120"/>
            <a:ext cx="562567" cy="145851"/>
          </a:xfrm>
          <a:prstGeom prst="rect">
            <a:avLst/>
          </a:prstGeom>
        </p:spPr>
      </p:pic>
      <p:sp>
        <p:nvSpPr>
          <p:cNvPr id="3" name="Footer Placeholder 3">
            <a:extLst>
              <a:ext uri="{FF2B5EF4-FFF2-40B4-BE49-F238E27FC236}">
                <a16:creationId xmlns:a16="http://schemas.microsoft.com/office/drawing/2014/main" id="{805BD35B-1532-6D8C-1C69-50D653A5A9A1}"/>
              </a:ext>
              <a:ext uri="{C183D7F6-B498-43B3-948B-1728B52AA6E4}">
                <adec:decorative xmlns:adec="http://schemas.microsoft.com/office/drawing/2017/decorative" val="1"/>
              </a:ext>
            </a:extLst>
          </p:cNvPr>
          <p:cNvSpPr txBox="1">
            <a:spLocks/>
          </p:cNvSpPr>
          <p:nvPr userDrawn="1"/>
        </p:nvSpPr>
        <p:spPr>
          <a:xfrm>
            <a:off x="1299709" y="6503671"/>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solidFill>
                  <a:schemeClr val="tx1"/>
                </a:solidFill>
              </a:rPr>
              <a:t>©</a:t>
            </a:r>
          </a:p>
        </p:txBody>
      </p:sp>
    </p:spTree>
    <p:extLst>
      <p:ext uri="{BB962C8B-B14F-4D97-AF65-F5344CB8AC3E}">
        <p14:creationId xmlns:p14="http://schemas.microsoft.com/office/powerpoint/2010/main" val="2318288481"/>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94779F9C-2379-4946-84FF-DBB76193FE00}"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974092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Only 2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11" name="Text Placeholder 11">
            <a:extLst>
              <a:ext uri="{FF2B5EF4-FFF2-40B4-BE49-F238E27FC236}">
                <a16:creationId xmlns:a16="http://schemas.microsoft.com/office/drawing/2014/main" id="{B6F22CC2-F0CD-4BD6-0CCC-0649DDDBC07C}"/>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27079A0E-CCE3-4425-B76E-96DE74F8AAFE}"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BB1E46AE-9929-DF1E-3349-716244BD62E8}"/>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71502" y="6472120"/>
            <a:ext cx="562567" cy="145851"/>
          </a:xfrm>
          <a:prstGeom prst="rect">
            <a:avLst/>
          </a:prstGeom>
        </p:spPr>
      </p:pic>
      <p:sp>
        <p:nvSpPr>
          <p:cNvPr id="3" name="Footer Placeholder 3">
            <a:extLst>
              <a:ext uri="{FF2B5EF4-FFF2-40B4-BE49-F238E27FC236}">
                <a16:creationId xmlns:a16="http://schemas.microsoft.com/office/drawing/2014/main" id="{879FECB6-62BE-FB89-8C3B-6CDBAA4FF694}"/>
              </a:ext>
              <a:ext uri="{C183D7F6-B498-43B3-948B-1728B52AA6E4}">
                <adec:decorative xmlns:adec="http://schemas.microsoft.com/office/drawing/2017/decorative" val="1"/>
              </a:ext>
            </a:extLst>
          </p:cNvPr>
          <p:cNvSpPr txBox="1">
            <a:spLocks/>
          </p:cNvSpPr>
          <p:nvPr userDrawn="1"/>
        </p:nvSpPr>
        <p:spPr>
          <a:xfrm>
            <a:off x="1299709" y="6503671"/>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solidFill>
                  <a:schemeClr val="tx1"/>
                </a:solidFill>
              </a:rPr>
              <a:t>©</a:t>
            </a:r>
          </a:p>
        </p:txBody>
      </p:sp>
    </p:spTree>
    <p:extLst>
      <p:ext uri="{BB962C8B-B14F-4D97-AF65-F5344CB8AC3E}">
        <p14:creationId xmlns:p14="http://schemas.microsoft.com/office/powerpoint/2010/main" val="2260956691"/>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ctur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p:nvPr>
        </p:nvSpPr>
        <p:spPr>
          <a:xfrm>
            <a:off x="1525" y="0"/>
            <a:ext cx="12190476" cy="6858000"/>
          </a:xfrm>
        </p:spPr>
        <p:txBody>
          <a:bodyPr/>
          <a:lstStyle>
            <a:lvl1pPr marL="0" indent="0" algn="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5" name="Title 4">
            <a:extLst>
              <a:ext uri="{FF2B5EF4-FFF2-40B4-BE49-F238E27FC236}">
                <a16:creationId xmlns:a16="http://schemas.microsoft.com/office/drawing/2014/main" id="{AD5942FC-23BA-B387-C59E-F125CE318EC6}"/>
              </a:ext>
            </a:extLst>
          </p:cNvPr>
          <p:cNvSpPr>
            <a:spLocks noGrp="1"/>
          </p:cNvSpPr>
          <p:nvPr>
            <p:ph type="title"/>
          </p:nvPr>
        </p:nvSpPr>
        <p:spPr>
          <a:xfrm>
            <a:off x="571500" y="571501"/>
            <a:ext cx="3530600" cy="2857500"/>
          </a:xfrm>
        </p:spPr>
        <p:txBody>
          <a:bodyPr/>
          <a:lstStyle>
            <a:lvl1pPr>
              <a:defRPr sz="5400"/>
            </a:lvl1pPr>
          </a:lstStyle>
          <a:p>
            <a:r>
              <a:rPr lang="en-US"/>
              <a:t>Click to edit Master title style</a:t>
            </a:r>
          </a:p>
        </p:txBody>
      </p:sp>
      <p:sp>
        <p:nvSpPr>
          <p:cNvPr id="10" name="Text Placeholder 11">
            <a:extLst>
              <a:ext uri="{FF2B5EF4-FFF2-40B4-BE49-F238E27FC236}">
                <a16:creationId xmlns:a16="http://schemas.microsoft.com/office/drawing/2014/main" id="{5DA49D23-12E6-9B2C-2FA3-23A5E9401889}"/>
              </a:ext>
            </a:extLst>
          </p:cNvPr>
          <p:cNvSpPr>
            <a:spLocks noGrp="1"/>
          </p:cNvSpPr>
          <p:nvPr>
            <p:ph type="body" sz="quarter" idx="20"/>
          </p:nvPr>
        </p:nvSpPr>
        <p:spPr>
          <a:xfrm>
            <a:off x="571501" y="4114800"/>
            <a:ext cx="3530600" cy="13716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DBEB2FE4-B8E6-4397-B43C-A951254865D3}"/>
              </a:ext>
              <a:ext uri="{C183D7F6-B498-43B3-948B-1728B52AA6E4}">
                <adec:decorative xmlns:adec="http://schemas.microsoft.com/office/drawing/2017/decorative" val="1"/>
              </a:ext>
            </a:extLst>
          </p:cNvPr>
          <p:cNvSpPr>
            <a:spLocks noGrp="1"/>
          </p:cNvSpPr>
          <p:nvPr>
            <p:ph type="dt" sz="half" idx="10"/>
          </p:nvPr>
        </p:nvSpPr>
        <p:spPr>
          <a:xfrm>
            <a:off x="1380745" y="6503671"/>
            <a:ext cx="255977" cy="137160"/>
          </a:xfrm>
        </p:spPr>
        <p:txBody>
          <a:bodyPr/>
          <a:lstStyle>
            <a:lvl1pPr>
              <a:defRPr>
                <a:solidFill>
                  <a:schemeClr val="tx2"/>
                </a:solidFill>
              </a:defRPr>
            </a:lvl1pPr>
          </a:lstStyle>
          <a:p>
            <a:fld id="{ACEE45C4-16CC-4860-B21C-588F11E490F7}" type="datetimeyyyy">
              <a:rPr lang="en-US" smtClean="0"/>
              <a:t>2026</a:t>
            </a:fld>
            <a:endParaRPr lang="en-US"/>
          </a:p>
        </p:txBody>
      </p:sp>
      <p:sp>
        <p:nvSpPr>
          <p:cNvPr id="4" name="Footer Placeholder 3">
            <a:extLst>
              <a:ext uri="{FF2B5EF4-FFF2-40B4-BE49-F238E27FC236}">
                <a16:creationId xmlns:a16="http://schemas.microsoft.com/office/drawing/2014/main" id="{93A581C9-28B8-425E-BDF8-FDE4555EF626}"/>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2"/>
                </a:solidFill>
              </a:defRPr>
            </a:lvl1pPr>
          </a:lstStyle>
          <a:p>
            <a:r>
              <a:rPr lang="en-US"/>
              <a:t>Slalom. All Rights Reserved. Proprietary and Confidential.</a:t>
            </a:r>
          </a:p>
        </p:txBody>
      </p:sp>
      <p:sp>
        <p:nvSpPr>
          <p:cNvPr id="8" name="Slide Number Placeholder 7">
            <a:extLst>
              <a:ext uri="{FF2B5EF4-FFF2-40B4-BE49-F238E27FC236}">
                <a16:creationId xmlns:a16="http://schemas.microsoft.com/office/drawing/2014/main" id="{71C5BAEF-23A3-460A-8B57-7064A775252E}"/>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2"/>
                </a:solidFill>
              </a:defRPr>
            </a:lvl1pPr>
          </a:lstStyle>
          <a:p>
            <a:fld id="{B2643E34-DC33-45ED-8E33-EC0D5991E9A4}" type="slidenum">
              <a:rPr lang="en-US" smtClean="0"/>
              <a:pPr/>
              <a:t>‹#›</a:t>
            </a:fld>
            <a:endParaRPr lang="en-US"/>
          </a:p>
        </p:txBody>
      </p:sp>
      <p:sp>
        <p:nvSpPr>
          <p:cNvPr id="6" name="Rectangle 5">
            <a:extLst>
              <a:ext uri="{FF2B5EF4-FFF2-40B4-BE49-F238E27FC236}">
                <a16:creationId xmlns:a16="http://schemas.microsoft.com/office/drawing/2014/main" id="{6AFFC056-C7C7-B718-1172-80D3CD421331}"/>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The Slalom logo, copyright symbol, date and footer text should be easy to read over your image. If it is hard to see, select the logo and </a:t>
            </a:r>
            <a:br>
              <a:rPr lang="en-US" sz="1000">
                <a:solidFill>
                  <a:schemeClr val="bg1"/>
                </a:solidFill>
              </a:rPr>
            </a:br>
            <a:r>
              <a:rPr lang="en-US" sz="1000">
                <a:solidFill>
                  <a:schemeClr val="bg1"/>
                </a:solidFill>
              </a:rPr>
              <a:t>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a:p>
            <a:pPr marL="174621" indent="-174621">
              <a:spcBef>
                <a:spcPts val="1200"/>
              </a:spcBef>
              <a:buFont typeface="Avenir Next LT Pro" panose="020B0504020202020204" pitchFamily="34" charset="0"/>
              <a:buChar char="•"/>
            </a:pPr>
            <a:r>
              <a:rPr lang="en-US" sz="1000">
                <a:solidFill>
                  <a:schemeClr val="bg1"/>
                </a:solidFill>
              </a:rPr>
              <a:t>The copyright symbol, date and footer text should always be either White, Background 1 or Gray, Text 2.</a:t>
            </a:r>
          </a:p>
        </p:txBody>
      </p:sp>
      <p:sp>
        <p:nvSpPr>
          <p:cNvPr id="11" name="Text Placeholder 28">
            <a:extLst>
              <a:ext uri="{FF2B5EF4-FFF2-40B4-BE49-F238E27FC236}">
                <a16:creationId xmlns:a16="http://schemas.microsoft.com/office/drawing/2014/main" id="{02CC2885-3797-8372-6B64-6C12785E4E35}"/>
              </a:ext>
              <a:ext uri="{C183D7F6-B498-43B3-948B-1728B52AA6E4}">
                <adec:decorative xmlns:adec="http://schemas.microsoft.com/office/drawing/2017/decorative" val="1"/>
              </a:ext>
            </a:extLst>
          </p:cNvPr>
          <p:cNvSpPr>
            <a:spLocks noGrp="1" noChangeAspect="1"/>
          </p:cNvSpPr>
          <p:nvPr>
            <p:ph type="body" sz="quarter" idx="21"/>
          </p:nvPr>
        </p:nvSpPr>
        <p:spPr>
          <a:xfrm>
            <a:off x="569541" y="6473952"/>
            <a:ext cx="564315"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06" indent="0">
              <a:buNone/>
              <a:defRPr sz="600"/>
            </a:lvl2pPr>
            <a:lvl3pPr marL="460363" indent="0">
              <a:buNone/>
              <a:defRPr sz="600"/>
            </a:lvl3pPr>
            <a:lvl4pPr marL="625459" indent="0">
              <a:buNone/>
              <a:defRPr sz="600"/>
            </a:lvl4pPr>
            <a:lvl5pPr marL="798493" indent="0">
              <a:buNone/>
              <a:defRPr sz="600"/>
            </a:lvl5pPr>
          </a:lstStyle>
          <a:p>
            <a:pPr lvl="0"/>
            <a:r>
              <a:rPr lang="en-US"/>
              <a:t>Click to edit Master text styles</a:t>
            </a:r>
          </a:p>
        </p:txBody>
      </p:sp>
      <p:sp>
        <p:nvSpPr>
          <p:cNvPr id="13" name="Text Placeholder 12">
            <a:extLst>
              <a:ext uri="{FF2B5EF4-FFF2-40B4-BE49-F238E27FC236}">
                <a16:creationId xmlns:a16="http://schemas.microsoft.com/office/drawing/2014/main" id="{73286862-F721-844E-EC7F-D03976B2436C}"/>
              </a:ext>
            </a:extLst>
          </p:cNvPr>
          <p:cNvSpPr>
            <a:spLocks noGrp="1"/>
          </p:cNvSpPr>
          <p:nvPr>
            <p:ph type="body" sz="quarter" idx="22"/>
          </p:nvPr>
        </p:nvSpPr>
        <p:spPr>
          <a:xfrm>
            <a:off x="1298449" y="6539766"/>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33">
                <a:noFill/>
              </a:defRPr>
            </a:lvl1pPr>
            <a:lvl2pPr marL="227006" indent="0">
              <a:buNone/>
              <a:defRPr sz="400"/>
            </a:lvl2pPr>
            <a:lvl3pPr marL="460363" indent="0">
              <a:buNone/>
              <a:defRPr sz="400"/>
            </a:lvl3pPr>
            <a:lvl4pPr marL="625459" indent="0">
              <a:buNone/>
              <a:defRPr sz="400"/>
            </a:lvl4pPr>
            <a:lvl5pPr marL="798493" indent="0">
              <a:buNone/>
              <a:defRPr sz="400"/>
            </a:lvl5pPr>
          </a:lstStyle>
          <a:p>
            <a:pPr lvl="0"/>
            <a:r>
              <a:rPr lang="en-US"/>
              <a:t>Click to edit Master text styles</a:t>
            </a:r>
          </a:p>
        </p:txBody>
      </p:sp>
    </p:spTree>
    <p:extLst>
      <p:ext uri="{BB962C8B-B14F-4D97-AF65-F5344CB8AC3E}">
        <p14:creationId xmlns:p14="http://schemas.microsoft.com/office/powerpoint/2010/main" val="204673962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8D95D8B-6A22-246D-1C90-0F5156F47D99}"/>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5" name="Rectangle 14">
              <a:extLst>
                <a:ext uri="{FF2B5EF4-FFF2-40B4-BE49-F238E27FC236}">
                  <a16:creationId xmlns:a16="http://schemas.microsoft.com/office/drawing/2014/main" id="{27966B3D-328B-4FFD-39D2-12ADD60E9083}"/>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6" name="Group 15">
              <a:extLst>
                <a:ext uri="{FF2B5EF4-FFF2-40B4-BE49-F238E27FC236}">
                  <a16:creationId xmlns:a16="http://schemas.microsoft.com/office/drawing/2014/main" id="{B3D001FB-E881-6E5E-8ECD-BC92FC792276}"/>
                </a:ext>
              </a:extLst>
            </p:cNvPr>
            <p:cNvGrpSpPr/>
            <p:nvPr/>
          </p:nvGrpSpPr>
          <p:grpSpPr>
            <a:xfrm>
              <a:off x="13142686" y="1954129"/>
              <a:ext cx="1455058" cy="864391"/>
              <a:chOff x="12700000" y="2008563"/>
              <a:chExt cx="2565400" cy="1524000"/>
            </a:xfrm>
          </p:grpSpPr>
          <p:pic>
            <p:nvPicPr>
              <p:cNvPr id="17" name="Picture 16" descr="A picture containing table&#10;&#10;Description automatically generated">
                <a:extLst>
                  <a:ext uri="{FF2B5EF4-FFF2-40B4-BE49-F238E27FC236}">
                    <a16:creationId xmlns:a16="http://schemas.microsoft.com/office/drawing/2014/main" id="{79330FFD-BEC2-26CF-7AE5-B1D470CE3390}"/>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8" name="Rectangle 17">
                <a:extLst>
                  <a:ext uri="{FF2B5EF4-FFF2-40B4-BE49-F238E27FC236}">
                    <a16:creationId xmlns:a16="http://schemas.microsoft.com/office/drawing/2014/main" id="{6F718E8C-1EE3-C288-B000-189A5D7BFCB8}"/>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
        <p:nvSpPr>
          <p:cNvPr id="10" name="Text Placeholder 9">
            <a:extLst>
              <a:ext uri="{FF2B5EF4-FFF2-40B4-BE49-F238E27FC236}">
                <a16:creationId xmlns:a16="http://schemas.microsoft.com/office/drawing/2014/main" id="{CCFB3A36-D926-A156-1D21-30320063F9AE}"/>
              </a:ext>
              <a:ext uri="{C183D7F6-B498-43B3-948B-1728B52AA6E4}">
                <adec:decorative xmlns:adec="http://schemas.microsoft.com/office/drawing/2017/decorative" val="1"/>
              </a:ext>
            </a:extLst>
          </p:cNvPr>
          <p:cNvSpPr>
            <a:spLocks noGrp="1"/>
          </p:cNvSpPr>
          <p:nvPr>
            <p:ph type="body" sz="quarter" idx="17"/>
          </p:nvPr>
        </p:nvSpPr>
        <p:spPr>
          <a:xfrm>
            <a:off x="8539770"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500" y="2933702"/>
            <a:ext cx="7285037"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4268CAAE-222C-45DC-BDCB-F913E123D7BC}"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1571395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Column with Icons">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DE9A50A5-7EAE-1378-5468-24F26723BF26}"/>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500" y="4114801"/>
            <a:ext cx="7285037"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2">
            <a:extLst>
              <a:ext uri="{FF2B5EF4-FFF2-40B4-BE49-F238E27FC236}">
                <a16:creationId xmlns:a16="http://schemas.microsoft.com/office/drawing/2014/main" id="{9669B77A-99FD-2D60-4C94-FE5D13797052}"/>
              </a:ext>
              <a:ext uri="{C183D7F6-B498-43B3-948B-1728B52AA6E4}">
                <adec:decorative xmlns:adec="http://schemas.microsoft.com/office/drawing/2017/decorative" val="1"/>
              </a:ext>
            </a:extLst>
          </p:cNvPr>
          <p:cNvSpPr>
            <a:spLocks noGrp="1"/>
          </p:cNvSpPr>
          <p:nvPr>
            <p:ph type="pic" sz="quarter" idx="19" hasCustomPrompt="1"/>
          </p:nvPr>
        </p:nvSpPr>
        <p:spPr>
          <a:xfrm>
            <a:off x="571499" y="2947760"/>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9995676-25F6-4543-9E5B-989E058237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4" name="Group 13">
            <a:extLst>
              <a:ext uri="{FF2B5EF4-FFF2-40B4-BE49-F238E27FC236}">
                <a16:creationId xmlns:a16="http://schemas.microsoft.com/office/drawing/2014/main" id="{F717C6FD-5FED-ED99-DA53-55B6122F1BCD}"/>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5" name="Rectangle 14">
              <a:extLst>
                <a:ext uri="{FF2B5EF4-FFF2-40B4-BE49-F238E27FC236}">
                  <a16:creationId xmlns:a16="http://schemas.microsoft.com/office/drawing/2014/main" id="{F96E47F9-2EC5-8D89-D36C-3A75667C59BD}"/>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6" name="Group 15">
              <a:extLst>
                <a:ext uri="{FF2B5EF4-FFF2-40B4-BE49-F238E27FC236}">
                  <a16:creationId xmlns:a16="http://schemas.microsoft.com/office/drawing/2014/main" id="{5F2AD3D7-7B35-91F1-D10F-C7205885C658}"/>
                </a:ext>
              </a:extLst>
            </p:cNvPr>
            <p:cNvGrpSpPr/>
            <p:nvPr/>
          </p:nvGrpSpPr>
          <p:grpSpPr>
            <a:xfrm>
              <a:off x="13142686" y="1954129"/>
              <a:ext cx="1455058" cy="864391"/>
              <a:chOff x="12700000" y="2008563"/>
              <a:chExt cx="2565400" cy="1524000"/>
            </a:xfrm>
          </p:grpSpPr>
          <p:pic>
            <p:nvPicPr>
              <p:cNvPr id="17" name="Picture 16" descr="A picture containing table&#10;&#10;Description automatically generated">
                <a:extLst>
                  <a:ext uri="{FF2B5EF4-FFF2-40B4-BE49-F238E27FC236}">
                    <a16:creationId xmlns:a16="http://schemas.microsoft.com/office/drawing/2014/main" id="{3E8EEA45-FBD7-6549-FA23-229CEFAC84B4}"/>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8" name="Rectangle 17">
                <a:extLst>
                  <a:ext uri="{FF2B5EF4-FFF2-40B4-BE49-F238E27FC236}">
                    <a16:creationId xmlns:a16="http://schemas.microsoft.com/office/drawing/2014/main" id="{C0C9976D-7513-47AE-7933-D8A7B656F181}"/>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Tree>
    <p:extLst>
      <p:ext uri="{BB962C8B-B14F-4D97-AF65-F5344CB8AC3E}">
        <p14:creationId xmlns:p14="http://schemas.microsoft.com/office/powerpoint/2010/main" val="27720956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495F953-AF61-3220-6737-C1F6862DC298}"/>
              </a:ext>
              <a:ext uri="{C183D7F6-B498-43B3-948B-1728B52AA6E4}">
                <adec:decorative xmlns:adec="http://schemas.microsoft.com/office/drawing/2017/decorative" val="1"/>
              </a:ext>
            </a:extLst>
          </p:cNvPr>
          <p:cNvSpPr>
            <a:spLocks noGrp="1"/>
          </p:cNvSpPr>
          <p:nvPr>
            <p:ph type="body" sz="quarter" idx="18"/>
          </p:nvPr>
        </p:nvSpPr>
        <p:spPr>
          <a:xfrm>
            <a:off x="8089903"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501" y="2933702"/>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701" y="2933702"/>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0457AE57-F2D8-437C-AC9C-E6ECCE2C3002}"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5" name="Group 14">
            <a:extLst>
              <a:ext uri="{FF2B5EF4-FFF2-40B4-BE49-F238E27FC236}">
                <a16:creationId xmlns:a16="http://schemas.microsoft.com/office/drawing/2014/main" id="{0F2669AF-24DE-73C1-9392-8C9FF09BC335}"/>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6" name="Rectangle 15">
              <a:extLst>
                <a:ext uri="{FF2B5EF4-FFF2-40B4-BE49-F238E27FC236}">
                  <a16:creationId xmlns:a16="http://schemas.microsoft.com/office/drawing/2014/main" id="{4B60F39E-81A4-EAC4-949F-6AE8FC585089}"/>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7" name="Group 16">
              <a:extLst>
                <a:ext uri="{FF2B5EF4-FFF2-40B4-BE49-F238E27FC236}">
                  <a16:creationId xmlns:a16="http://schemas.microsoft.com/office/drawing/2014/main" id="{790984F6-727B-ED3C-CA0A-CCCB32B7C03D}"/>
                </a:ext>
              </a:extLst>
            </p:cNvPr>
            <p:cNvGrpSpPr/>
            <p:nvPr/>
          </p:nvGrpSpPr>
          <p:grpSpPr>
            <a:xfrm>
              <a:off x="13142686" y="1954129"/>
              <a:ext cx="1455058" cy="864391"/>
              <a:chOff x="12700000" y="2008563"/>
              <a:chExt cx="2565400" cy="1524000"/>
            </a:xfrm>
          </p:grpSpPr>
          <p:pic>
            <p:nvPicPr>
              <p:cNvPr id="18" name="Picture 17" descr="A picture containing table&#10;&#10;Description automatically generated">
                <a:extLst>
                  <a:ext uri="{FF2B5EF4-FFF2-40B4-BE49-F238E27FC236}">
                    <a16:creationId xmlns:a16="http://schemas.microsoft.com/office/drawing/2014/main" id="{855D2DBF-5C17-B85D-2792-7DBBB310676A}"/>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9" name="Rectangle 18">
                <a:extLst>
                  <a:ext uri="{FF2B5EF4-FFF2-40B4-BE49-F238E27FC236}">
                    <a16:creationId xmlns:a16="http://schemas.microsoft.com/office/drawing/2014/main" id="{991C273C-E3C5-F61E-F52F-661C145F0206}"/>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Tree>
    <p:extLst>
      <p:ext uri="{BB962C8B-B14F-4D97-AF65-F5344CB8AC3E}">
        <p14:creationId xmlns:p14="http://schemas.microsoft.com/office/powerpoint/2010/main" val="28833978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 with Icons">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0C507CE-6937-A24E-0092-2FAE7F2631F0}"/>
              </a:ext>
              <a:ext uri="{C183D7F6-B498-43B3-948B-1728B52AA6E4}">
                <adec:decorative xmlns:adec="http://schemas.microsoft.com/office/drawing/2017/decorative" val="1"/>
              </a:ext>
            </a:extLst>
          </p:cNvPr>
          <p:cNvSpPr>
            <a:spLocks noGrp="1"/>
          </p:cNvSpPr>
          <p:nvPr>
            <p:ph type="body" sz="quarter" idx="18"/>
          </p:nvPr>
        </p:nvSpPr>
        <p:spPr>
          <a:xfrm>
            <a:off x="8089903"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501" y="4114800"/>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701" y="4114800"/>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E944DCE-BD3F-5994-51CD-692924824449}"/>
              </a:ext>
              <a:ext uri="{C183D7F6-B498-43B3-948B-1728B52AA6E4}">
                <adec:decorative xmlns:adec="http://schemas.microsoft.com/office/drawing/2017/decorative" val="1"/>
              </a:ext>
            </a:extLst>
          </p:cNvPr>
          <p:cNvSpPr>
            <a:spLocks noGrp="1"/>
          </p:cNvSpPr>
          <p:nvPr>
            <p:ph type="pic" sz="quarter" idx="19" hasCustomPrompt="1"/>
          </p:nvPr>
        </p:nvSpPr>
        <p:spPr>
          <a:xfrm>
            <a:off x="5714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15" name="Picture Placeholder 12">
            <a:extLst>
              <a:ext uri="{FF2B5EF4-FFF2-40B4-BE49-F238E27FC236}">
                <a16:creationId xmlns:a16="http://schemas.microsoft.com/office/drawing/2014/main" id="{94E4368B-BFE1-F75C-8C3E-DE2A86940FED}"/>
              </a:ext>
              <a:ext uri="{C183D7F6-B498-43B3-948B-1728B52AA6E4}">
                <adec:decorative xmlns:adec="http://schemas.microsoft.com/office/drawing/2017/decorative" val="1"/>
              </a:ext>
            </a:extLst>
          </p:cNvPr>
          <p:cNvSpPr>
            <a:spLocks noGrp="1"/>
          </p:cNvSpPr>
          <p:nvPr>
            <p:ph type="pic" sz="quarter" idx="20" hasCustomPrompt="1"/>
          </p:nvPr>
        </p:nvSpPr>
        <p:spPr>
          <a:xfrm>
            <a:off x="43306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1F2051F-B99E-43D1-BA66-EAD627E853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22" name="Group 21">
            <a:extLst>
              <a:ext uri="{FF2B5EF4-FFF2-40B4-BE49-F238E27FC236}">
                <a16:creationId xmlns:a16="http://schemas.microsoft.com/office/drawing/2014/main" id="{3696D35F-F342-16F6-DF65-09B85F5F0DC5}"/>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23" name="Rectangle 22">
              <a:extLst>
                <a:ext uri="{FF2B5EF4-FFF2-40B4-BE49-F238E27FC236}">
                  <a16:creationId xmlns:a16="http://schemas.microsoft.com/office/drawing/2014/main" id="{7AAB15EC-155F-380E-66D4-1D91FBF28DB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24" name="Group 23">
              <a:extLst>
                <a:ext uri="{FF2B5EF4-FFF2-40B4-BE49-F238E27FC236}">
                  <a16:creationId xmlns:a16="http://schemas.microsoft.com/office/drawing/2014/main" id="{B9C3F7E0-0442-F9E9-986D-190EB489D8C7}"/>
                </a:ext>
              </a:extLst>
            </p:cNvPr>
            <p:cNvGrpSpPr/>
            <p:nvPr/>
          </p:nvGrpSpPr>
          <p:grpSpPr>
            <a:xfrm>
              <a:off x="13142686" y="1954129"/>
              <a:ext cx="1455058" cy="864391"/>
              <a:chOff x="12700000" y="2008563"/>
              <a:chExt cx="2565400" cy="1524000"/>
            </a:xfrm>
          </p:grpSpPr>
          <p:pic>
            <p:nvPicPr>
              <p:cNvPr id="25" name="Picture 24" descr="A picture containing table&#10;&#10;Description automatically generated">
                <a:extLst>
                  <a:ext uri="{FF2B5EF4-FFF2-40B4-BE49-F238E27FC236}">
                    <a16:creationId xmlns:a16="http://schemas.microsoft.com/office/drawing/2014/main" id="{0340D8CF-99DE-10B1-5714-858E0784A3CC}"/>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6" name="Rectangle 25">
                <a:extLst>
                  <a:ext uri="{FF2B5EF4-FFF2-40B4-BE49-F238E27FC236}">
                    <a16:creationId xmlns:a16="http://schemas.microsoft.com/office/drawing/2014/main" id="{DF5209E7-52FC-3789-6976-CB292E3F0695}"/>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Tree>
    <p:extLst>
      <p:ext uri="{BB962C8B-B14F-4D97-AF65-F5344CB8AC3E}">
        <p14:creationId xmlns:p14="http://schemas.microsoft.com/office/powerpoint/2010/main" val="31354083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1/4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501" y="2933702"/>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701" y="2933702"/>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28">
            <a:extLst>
              <a:ext uri="{FF2B5EF4-FFF2-40B4-BE49-F238E27FC236}">
                <a16:creationId xmlns:a16="http://schemas.microsoft.com/office/drawing/2014/main" id="{49CF629A-7AF3-66CD-0D32-3BE10848832C}"/>
              </a:ext>
              <a:ext uri="{C183D7F6-B498-43B3-948B-1728B52AA6E4}">
                <adec:decorative xmlns:adec="http://schemas.microsoft.com/office/drawing/2017/decorative" val="0"/>
              </a:ext>
            </a:extLst>
          </p:cNvPr>
          <p:cNvSpPr>
            <a:spLocks noGrp="1"/>
          </p:cNvSpPr>
          <p:nvPr>
            <p:ph type="pic" sz="quarter" idx="24"/>
          </p:nvPr>
        </p:nvSpPr>
        <p:spPr>
          <a:xfrm>
            <a:off x="9029701"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1406CC75-83FE-41F5-AD12-F41B02F537B4}"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9364765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Columns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2"/>
            <a:ext cx="11049000" cy="454551"/>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1" y="2944982"/>
            <a:ext cx="2790012" cy="460545"/>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1" y="3537897"/>
            <a:ext cx="2800647"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9" y="2944982"/>
            <a:ext cx="2790012" cy="460545"/>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9" y="3537897"/>
            <a:ext cx="2800647"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1" y="2944982"/>
            <a:ext cx="2790012" cy="460545"/>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1" y="3537897"/>
            <a:ext cx="2800647"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2">
            <a:extLst>
              <a:ext uri="{FF2B5EF4-FFF2-40B4-BE49-F238E27FC236}">
                <a16:creationId xmlns:a16="http://schemas.microsoft.com/office/drawing/2014/main" id="{38387850-D4C4-CFC2-9884-391073D7ACF7}"/>
              </a:ext>
              <a:ext uri="{C183D7F6-B498-43B3-948B-1728B52AA6E4}">
                <adec:decorative xmlns:adec="http://schemas.microsoft.com/office/drawing/2017/decorative" val="1"/>
              </a:ext>
            </a:extLst>
          </p:cNvPr>
          <p:cNvSpPr>
            <a:spLocks noGrp="1"/>
          </p:cNvSpPr>
          <p:nvPr>
            <p:ph type="pic" sz="quarter" idx="21" hasCustomPrompt="1"/>
          </p:nvPr>
        </p:nvSpPr>
        <p:spPr>
          <a:xfrm>
            <a:off x="571499" y="2053901"/>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2" name="Picture Placeholder 12">
            <a:extLst>
              <a:ext uri="{FF2B5EF4-FFF2-40B4-BE49-F238E27FC236}">
                <a16:creationId xmlns:a16="http://schemas.microsoft.com/office/drawing/2014/main" id="{775C6465-934F-ACEA-12FC-D1028AC527BD}"/>
              </a:ext>
              <a:ext uri="{C183D7F6-B498-43B3-948B-1728B52AA6E4}">
                <adec:decorative xmlns:adec="http://schemas.microsoft.com/office/drawing/2017/decorative" val="1"/>
              </a:ext>
            </a:extLst>
          </p:cNvPr>
          <p:cNvSpPr>
            <a:spLocks noGrp="1"/>
          </p:cNvSpPr>
          <p:nvPr>
            <p:ph type="pic" sz="quarter" idx="22" hasCustomPrompt="1"/>
          </p:nvPr>
        </p:nvSpPr>
        <p:spPr>
          <a:xfrm>
            <a:off x="4342368" y="2053901"/>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3" name="Picture Placeholder 12">
            <a:extLst>
              <a:ext uri="{FF2B5EF4-FFF2-40B4-BE49-F238E27FC236}">
                <a16:creationId xmlns:a16="http://schemas.microsoft.com/office/drawing/2014/main" id="{0EDE01F0-DBB5-382D-6E34-A289FEEDBB73}"/>
              </a:ext>
              <a:ext uri="{C183D7F6-B498-43B3-948B-1728B52AA6E4}">
                <adec:decorative xmlns:adec="http://schemas.microsoft.com/office/drawing/2017/decorative" val="1"/>
              </a:ext>
            </a:extLst>
          </p:cNvPr>
          <p:cNvSpPr>
            <a:spLocks noGrp="1"/>
          </p:cNvSpPr>
          <p:nvPr>
            <p:ph type="pic" sz="quarter" idx="23" hasCustomPrompt="1"/>
          </p:nvPr>
        </p:nvSpPr>
        <p:spPr>
          <a:xfrm>
            <a:off x="8089900" y="2053901"/>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88966114-2432-4825-B9DE-9DD8135F3778}"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1329818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2"/>
            <a:ext cx="11049000" cy="454551"/>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1"/>
            <a:ext cx="11049000" cy="956604"/>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1" y="2342179"/>
            <a:ext cx="2790012" cy="401023"/>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1" y="2935094"/>
            <a:ext cx="2800647"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9" y="2342179"/>
            <a:ext cx="2790012" cy="401023"/>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9" y="2935094"/>
            <a:ext cx="2800647"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1" y="2342179"/>
            <a:ext cx="2790012" cy="401023"/>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1" y="2935094"/>
            <a:ext cx="2800647"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B62A884F-2D3B-4906-A93D-BA8920D5E7AD}"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1571328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3" name="Title 6">
            <a:extLst>
              <a:ext uri="{FF2B5EF4-FFF2-40B4-BE49-F238E27FC236}">
                <a16:creationId xmlns:a16="http://schemas.microsoft.com/office/drawing/2014/main" id="{0091A866-C45E-09D3-028F-31000BAE4888}"/>
              </a:ext>
            </a:extLst>
          </p:cNvPr>
          <p:cNvSpPr>
            <a:spLocks noGrp="1"/>
          </p:cNvSpPr>
          <p:nvPr>
            <p:ph type="title"/>
          </p:nvPr>
        </p:nvSpPr>
        <p:spPr>
          <a:xfrm>
            <a:off x="571500" y="571501"/>
            <a:ext cx="11049000" cy="990600"/>
          </a:xfrm>
        </p:spPr>
        <p:txBody>
          <a:bodyPr/>
          <a:lstStyle/>
          <a:p>
            <a:r>
              <a:rPr lang="en-US"/>
              <a:t>Click to edit Master title style</a:t>
            </a:r>
          </a:p>
        </p:txBody>
      </p:sp>
      <p:sp>
        <p:nvSpPr>
          <p:cNvPr id="22" name="Text Placeholder 11">
            <a:extLst>
              <a:ext uri="{FF2B5EF4-FFF2-40B4-BE49-F238E27FC236}">
                <a16:creationId xmlns:a16="http://schemas.microsoft.com/office/drawing/2014/main" id="{069ABE66-0172-A4A5-8CD5-A84CFD199B7D}"/>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1" y="2933701"/>
            <a:ext cx="2220387" cy="495299"/>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670852"/>
            <a:ext cx="2228851"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3420288" y="2933701"/>
            <a:ext cx="2220387" cy="495299"/>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3420288" y="3670852"/>
            <a:ext cx="2228851"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6225719" y="2933701"/>
            <a:ext cx="2220387" cy="495299"/>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6225717" y="3670852"/>
            <a:ext cx="2228851"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0">
            <a:extLst>
              <a:ext uri="{FF2B5EF4-FFF2-40B4-BE49-F238E27FC236}">
                <a16:creationId xmlns:a16="http://schemas.microsoft.com/office/drawing/2014/main" id="{77BA680D-F489-978C-F5CD-6158E522CC5A}"/>
              </a:ext>
            </a:extLst>
          </p:cNvPr>
          <p:cNvSpPr>
            <a:spLocks noGrp="1"/>
          </p:cNvSpPr>
          <p:nvPr>
            <p:ph type="body" sz="quarter" idx="21"/>
          </p:nvPr>
        </p:nvSpPr>
        <p:spPr>
          <a:xfrm>
            <a:off x="9031149" y="2933701"/>
            <a:ext cx="2220387" cy="495299"/>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21" name="Text Placeholder 32">
            <a:extLst>
              <a:ext uri="{FF2B5EF4-FFF2-40B4-BE49-F238E27FC236}">
                <a16:creationId xmlns:a16="http://schemas.microsoft.com/office/drawing/2014/main" id="{08AD6B44-29E7-20A2-4157-96C73CB757D1}"/>
              </a:ext>
            </a:extLst>
          </p:cNvPr>
          <p:cNvSpPr>
            <a:spLocks noGrp="1"/>
          </p:cNvSpPr>
          <p:nvPr>
            <p:ph type="body" sz="quarter" idx="22"/>
          </p:nvPr>
        </p:nvSpPr>
        <p:spPr>
          <a:xfrm>
            <a:off x="9031148" y="3670852"/>
            <a:ext cx="2228851"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91619182-094A-423A-8918-33FFBFDD20BE}"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0" name="Group 9">
            <a:extLst>
              <a:ext uri="{FF2B5EF4-FFF2-40B4-BE49-F238E27FC236}">
                <a16:creationId xmlns:a16="http://schemas.microsoft.com/office/drawing/2014/main" id="{7A5E00F1-1BA2-0B7A-AEDA-C60C2FA23766}"/>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1" name="Rectangle 10">
              <a:extLst>
                <a:ext uri="{FF2B5EF4-FFF2-40B4-BE49-F238E27FC236}">
                  <a16:creationId xmlns:a16="http://schemas.microsoft.com/office/drawing/2014/main" id="{D5295A78-5192-6791-BD86-87D19E425880}"/>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2" name="Group 11">
              <a:extLst>
                <a:ext uri="{FF2B5EF4-FFF2-40B4-BE49-F238E27FC236}">
                  <a16:creationId xmlns:a16="http://schemas.microsoft.com/office/drawing/2014/main" id="{F8634064-A75C-BD2F-C3CF-0F3AC39BBA97}"/>
                </a:ext>
              </a:extLst>
            </p:cNvPr>
            <p:cNvGrpSpPr/>
            <p:nvPr/>
          </p:nvGrpSpPr>
          <p:grpSpPr>
            <a:xfrm>
              <a:off x="13142686" y="1954129"/>
              <a:ext cx="1455058" cy="864391"/>
              <a:chOff x="12700000" y="2008563"/>
              <a:chExt cx="2565400" cy="1524000"/>
            </a:xfrm>
          </p:grpSpPr>
          <p:pic>
            <p:nvPicPr>
              <p:cNvPr id="13" name="Picture 12" descr="A picture containing table&#10;&#10;Description automatically generated">
                <a:extLst>
                  <a:ext uri="{FF2B5EF4-FFF2-40B4-BE49-F238E27FC236}">
                    <a16:creationId xmlns:a16="http://schemas.microsoft.com/office/drawing/2014/main" id="{ABFF6E99-A120-3D38-ED15-D5DFAB9472D8}"/>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4" name="Rectangle 23">
                <a:extLst>
                  <a:ext uri="{FF2B5EF4-FFF2-40B4-BE49-F238E27FC236}">
                    <a16:creationId xmlns:a16="http://schemas.microsoft.com/office/drawing/2014/main" id="{242A769B-49D0-CDAA-2B02-376604241D8C}"/>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Tree>
    <p:extLst>
      <p:ext uri="{BB962C8B-B14F-4D97-AF65-F5344CB8AC3E}">
        <p14:creationId xmlns:p14="http://schemas.microsoft.com/office/powerpoint/2010/main" val="9872138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oto_half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2" y="571501"/>
            <a:ext cx="4698999" cy="1496015"/>
          </a:xfrm>
        </p:spPr>
        <p:txBody>
          <a:bodyPr/>
          <a:lstStyle>
            <a:lvl1pPr>
              <a:defRPr/>
            </a:lvl1pPr>
          </a:lstStyle>
          <a:p>
            <a:r>
              <a:rPr lang="en-US"/>
              <a:t>Click to edit Master title style</a:t>
            </a:r>
          </a:p>
        </p:txBody>
      </p:sp>
      <p:sp>
        <p:nvSpPr>
          <p:cNvPr id="14" name="Text Placeholder 11">
            <a:extLst>
              <a:ext uri="{FF2B5EF4-FFF2-40B4-BE49-F238E27FC236}">
                <a16:creationId xmlns:a16="http://schemas.microsoft.com/office/drawing/2014/main" id="{3922D895-6DAC-3F6B-92F7-49BE4290E8EC}"/>
              </a:ext>
            </a:extLst>
          </p:cNvPr>
          <p:cNvSpPr>
            <a:spLocks noGrp="1"/>
          </p:cNvSpPr>
          <p:nvPr>
            <p:ph type="body" sz="quarter" idx="20"/>
          </p:nvPr>
        </p:nvSpPr>
        <p:spPr>
          <a:xfrm>
            <a:off x="571502" y="2284684"/>
            <a:ext cx="4698999"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43FDA7E4-F9DC-BAAE-7246-750660152250}"/>
              </a:ext>
            </a:extLst>
          </p:cNvPr>
          <p:cNvSpPr>
            <a:spLocks noGrp="1"/>
          </p:cNvSpPr>
          <p:nvPr>
            <p:ph type="body" sz="quarter" idx="21"/>
          </p:nvPr>
        </p:nvSpPr>
        <p:spPr>
          <a:xfrm>
            <a:off x="571501" y="2933700"/>
            <a:ext cx="4698999"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9362EC05-C04F-9300-5A42-D37C44DB5F08}"/>
              </a:ext>
              <a:ext uri="{C183D7F6-B498-43B3-948B-1728B52AA6E4}">
                <adec:decorative xmlns:adec="http://schemas.microsoft.com/office/drawing/2017/decorative" val="0"/>
              </a:ext>
            </a:extLst>
          </p:cNvPr>
          <p:cNvSpPr>
            <a:spLocks noGrp="1"/>
          </p:cNvSpPr>
          <p:nvPr>
            <p:ph type="pic" sz="quarter" idx="13"/>
          </p:nvPr>
        </p:nvSpPr>
        <p:spPr>
          <a:xfrm>
            <a:off x="6921501" y="2"/>
            <a:ext cx="5270500" cy="6857999"/>
          </a:xfrm>
          <a:custGeom>
            <a:avLst/>
            <a:gdLst>
              <a:gd name="connsiteX0" fmla="*/ 878414 w 5270500"/>
              <a:gd name="connsiteY0" fmla="*/ 0 h 6857998"/>
              <a:gd name="connsiteX1" fmla="*/ 5270500 w 5270500"/>
              <a:gd name="connsiteY1" fmla="*/ 0 h 6857998"/>
              <a:gd name="connsiteX2" fmla="*/ 5270500 w 5270500"/>
              <a:gd name="connsiteY2" fmla="*/ 6857998 h 6857998"/>
              <a:gd name="connsiteX3" fmla="*/ 0 w 5270500"/>
              <a:gd name="connsiteY3" fmla="*/ 6857998 h 6857998"/>
              <a:gd name="connsiteX4" fmla="*/ 0 w 5270500"/>
              <a:gd name="connsiteY4" fmla="*/ 878432 h 6857998"/>
              <a:gd name="connsiteX5" fmla="*/ 701399 w 5270500"/>
              <a:gd name="connsiteY5" fmla="*/ 1784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0500" h="6857998">
                <a:moveTo>
                  <a:pt x="878414" y="0"/>
                </a:moveTo>
                <a:lnTo>
                  <a:pt x="5270500" y="0"/>
                </a:lnTo>
                <a:lnTo>
                  <a:pt x="5270500" y="6857998"/>
                </a:lnTo>
                <a:lnTo>
                  <a:pt x="0" y="6857998"/>
                </a:lnTo>
                <a:lnTo>
                  <a:pt x="0" y="878432"/>
                </a:lnTo>
                <a:cubicBezTo>
                  <a:pt x="0" y="453929"/>
                  <a:pt x="301111" y="99755"/>
                  <a:pt x="701399" y="17845"/>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1"/>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6C970766-A0DE-4D3D-9297-AE4E4A3F0010}"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7703058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hoto_third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4" name="Text Placeholder 11">
            <a:extLst>
              <a:ext uri="{FF2B5EF4-FFF2-40B4-BE49-F238E27FC236}">
                <a16:creationId xmlns:a16="http://schemas.microsoft.com/office/drawing/2014/main" id="{C27851C0-8280-23F1-C1F1-61A42B09F85B}"/>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2" name="Subtitle 2">
            <a:extLst>
              <a:ext uri="{FF2B5EF4-FFF2-40B4-BE49-F238E27FC236}">
                <a16:creationId xmlns:a16="http://schemas.microsoft.com/office/drawing/2014/main" id="{16225857-C4D6-9156-FF86-1348FDCB6D11}"/>
              </a:ext>
            </a:extLst>
          </p:cNvPr>
          <p:cNvSpPr>
            <a:spLocks noGrp="1"/>
          </p:cNvSpPr>
          <p:nvPr>
            <p:ph type="subTitle" idx="1" hasCustomPrompt="1"/>
          </p:nvPr>
        </p:nvSpPr>
        <p:spPr>
          <a:xfrm>
            <a:off x="571500" y="2918122"/>
            <a:ext cx="6350000" cy="293709"/>
          </a:xfrm>
        </p:spPr>
        <p:txBody>
          <a:bodyPr anchor="b"/>
          <a:lstStyle>
            <a:lvl1pPr marL="0" indent="0" algn="l">
              <a:spcBef>
                <a:spcPts val="0"/>
              </a:spcBef>
              <a:buNone/>
              <a:defRPr sz="1400" b="1"/>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71501" y="3429001"/>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1" y="3"/>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9" name="Text Placeholder 32">
            <a:extLst>
              <a:ext uri="{FF2B5EF4-FFF2-40B4-BE49-F238E27FC236}">
                <a16:creationId xmlns:a16="http://schemas.microsoft.com/office/drawing/2014/main" id="{6395F50F-03AE-E8C0-39C5-4765FEF8C0E1}"/>
              </a:ext>
              <a:ext uri="{C183D7F6-B498-43B3-948B-1728B52AA6E4}">
                <adec:decorative xmlns:adec="http://schemas.microsoft.com/office/drawing/2017/decorative" val="1"/>
              </a:ext>
            </a:extLst>
          </p:cNvPr>
          <p:cNvSpPr>
            <a:spLocks noGrp="1"/>
          </p:cNvSpPr>
          <p:nvPr>
            <p:ph type="body" sz="quarter" idx="18"/>
          </p:nvPr>
        </p:nvSpPr>
        <p:spPr>
          <a:xfrm>
            <a:off x="8089901"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rgbClr val="EEE9FF">
              <a:alpha val="50000"/>
            </a:srgbClr>
          </a:solidFill>
        </p:spPr>
        <p:txBody>
          <a:bodyPr wrap="square" anchor="b">
            <a:noAutofit/>
          </a:bodyPr>
          <a:lstStyle>
            <a:lvl1pPr marL="0" indent="0" algn="r">
              <a:buNone/>
              <a:defRPr sz="400">
                <a:no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1"/>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4AB02D3-C7A9-454D-B586-FE573B7831B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6" name="Group 15">
            <a:extLst>
              <a:ext uri="{FF2B5EF4-FFF2-40B4-BE49-F238E27FC236}">
                <a16:creationId xmlns:a16="http://schemas.microsoft.com/office/drawing/2014/main" id="{1276E424-D950-1345-E958-E37C94CFE5CD}"/>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7" name="Rectangle 16">
              <a:extLst>
                <a:ext uri="{FF2B5EF4-FFF2-40B4-BE49-F238E27FC236}">
                  <a16:creationId xmlns:a16="http://schemas.microsoft.com/office/drawing/2014/main" id="{F03DBBD7-308D-CABA-BA0D-D40A4F4A547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8" name="Group 17">
              <a:extLst>
                <a:ext uri="{FF2B5EF4-FFF2-40B4-BE49-F238E27FC236}">
                  <a16:creationId xmlns:a16="http://schemas.microsoft.com/office/drawing/2014/main" id="{B80F5964-76F1-B82D-DA67-9653B567A729}"/>
                </a:ext>
              </a:extLst>
            </p:cNvPr>
            <p:cNvGrpSpPr/>
            <p:nvPr/>
          </p:nvGrpSpPr>
          <p:grpSpPr>
            <a:xfrm>
              <a:off x="13142686" y="1954129"/>
              <a:ext cx="1455058" cy="864391"/>
              <a:chOff x="12700000" y="2008563"/>
              <a:chExt cx="2565400" cy="1524000"/>
            </a:xfrm>
          </p:grpSpPr>
          <p:pic>
            <p:nvPicPr>
              <p:cNvPr id="19" name="Picture 18" descr="A picture containing table&#10;&#10;Description automatically generated">
                <a:extLst>
                  <a:ext uri="{FF2B5EF4-FFF2-40B4-BE49-F238E27FC236}">
                    <a16:creationId xmlns:a16="http://schemas.microsoft.com/office/drawing/2014/main" id="{926874D7-5C25-E708-261C-2C26DDF673D0}"/>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0" name="Rectangle 19">
                <a:extLst>
                  <a:ext uri="{FF2B5EF4-FFF2-40B4-BE49-F238E27FC236}">
                    <a16:creationId xmlns:a16="http://schemas.microsoft.com/office/drawing/2014/main" id="{B64CF28C-3A8F-DA0F-B0CA-624F49245C4A}"/>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Tree>
    <p:extLst>
      <p:ext uri="{BB962C8B-B14F-4D97-AF65-F5344CB8AC3E}">
        <p14:creationId xmlns:p14="http://schemas.microsoft.com/office/powerpoint/2010/main" val="2285590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hoto_third_righ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ECC70FFE-BF3E-02B9-699B-53E272819994}"/>
              </a:ext>
              <a:ext uri="{C183D7F6-B498-43B3-948B-1728B52AA6E4}">
                <adec:decorative xmlns:adec="http://schemas.microsoft.com/office/drawing/2017/decorative" val="1"/>
              </a:ext>
            </a:extLst>
          </p:cNvPr>
          <p:cNvSpPr>
            <a:spLocks noGrp="1"/>
          </p:cNvSpPr>
          <p:nvPr>
            <p:ph type="body" sz="quarter" idx="21"/>
          </p:nvPr>
        </p:nvSpPr>
        <p:spPr>
          <a:xfrm flipV="1">
            <a:off x="7883198"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7" name="Text Placeholder 11">
            <a:extLst>
              <a:ext uri="{FF2B5EF4-FFF2-40B4-BE49-F238E27FC236}">
                <a16:creationId xmlns:a16="http://schemas.microsoft.com/office/drawing/2014/main" id="{EAE323B5-0A5C-89A7-C0D7-30257C0D5146}"/>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4" name="Text Placeholder 4">
            <a:extLst>
              <a:ext uri="{FF2B5EF4-FFF2-40B4-BE49-F238E27FC236}">
                <a16:creationId xmlns:a16="http://schemas.microsoft.com/office/drawing/2014/main" id="{195D5926-FB0E-C7F6-1983-73CB44AB727C}"/>
              </a:ext>
            </a:extLst>
          </p:cNvPr>
          <p:cNvSpPr>
            <a:spLocks noGrp="1"/>
          </p:cNvSpPr>
          <p:nvPr>
            <p:ph type="body" sz="quarter" idx="17"/>
          </p:nvPr>
        </p:nvSpPr>
        <p:spPr>
          <a:xfrm>
            <a:off x="571501" y="2933701"/>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9" name="Text Placeholder 4">
            <a:extLst>
              <a:ext uri="{FF2B5EF4-FFF2-40B4-BE49-F238E27FC236}">
                <a16:creationId xmlns:a16="http://schemas.microsoft.com/office/drawing/2014/main" id="{81D78CD3-B954-C0DB-3DDF-CD9A9BB6C47B}"/>
              </a:ext>
            </a:extLst>
          </p:cNvPr>
          <p:cNvSpPr>
            <a:spLocks noGrp="1"/>
          </p:cNvSpPr>
          <p:nvPr>
            <p:ph type="body" sz="quarter" idx="14"/>
          </p:nvPr>
        </p:nvSpPr>
        <p:spPr>
          <a:xfrm>
            <a:off x="571501" y="3429001"/>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5" name="Text Placeholder 4">
            <a:extLst>
              <a:ext uri="{FF2B5EF4-FFF2-40B4-BE49-F238E27FC236}">
                <a16:creationId xmlns:a16="http://schemas.microsoft.com/office/drawing/2014/main" id="{1D1623CA-F223-1E5B-6F17-3723B18F9018}"/>
              </a:ext>
            </a:extLst>
          </p:cNvPr>
          <p:cNvSpPr>
            <a:spLocks noGrp="1"/>
          </p:cNvSpPr>
          <p:nvPr>
            <p:ph type="body" sz="quarter" idx="18"/>
          </p:nvPr>
        </p:nvSpPr>
        <p:spPr>
          <a:xfrm>
            <a:off x="4102101" y="2933701"/>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0" name="Text Placeholder 4">
            <a:extLst>
              <a:ext uri="{FF2B5EF4-FFF2-40B4-BE49-F238E27FC236}">
                <a16:creationId xmlns:a16="http://schemas.microsoft.com/office/drawing/2014/main" id="{4FD2E3CA-F145-A813-AECE-20ED6EF76227}"/>
              </a:ext>
            </a:extLst>
          </p:cNvPr>
          <p:cNvSpPr>
            <a:spLocks noGrp="1"/>
          </p:cNvSpPr>
          <p:nvPr>
            <p:ph type="body" sz="quarter" idx="15"/>
          </p:nvPr>
        </p:nvSpPr>
        <p:spPr>
          <a:xfrm>
            <a:off x="4102101" y="3429001"/>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1" y="3"/>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1"/>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81796AC-88DE-4A9D-94D8-870B53E7B69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8" name="Group 17">
            <a:extLst>
              <a:ext uri="{FF2B5EF4-FFF2-40B4-BE49-F238E27FC236}">
                <a16:creationId xmlns:a16="http://schemas.microsoft.com/office/drawing/2014/main" id="{237BC079-CFAF-03A3-6678-74509AF34027}"/>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9" name="Rectangle 18">
              <a:extLst>
                <a:ext uri="{FF2B5EF4-FFF2-40B4-BE49-F238E27FC236}">
                  <a16:creationId xmlns:a16="http://schemas.microsoft.com/office/drawing/2014/main" id="{9C6AF2E6-9EBE-8E8D-78B3-25B1679FF3A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20" name="Group 19">
              <a:extLst>
                <a:ext uri="{FF2B5EF4-FFF2-40B4-BE49-F238E27FC236}">
                  <a16:creationId xmlns:a16="http://schemas.microsoft.com/office/drawing/2014/main" id="{A494A7EA-DEA8-BDC1-C505-5AA5A866E4B6}"/>
                </a:ext>
              </a:extLst>
            </p:cNvPr>
            <p:cNvGrpSpPr/>
            <p:nvPr/>
          </p:nvGrpSpPr>
          <p:grpSpPr>
            <a:xfrm>
              <a:off x="13142686" y="1954129"/>
              <a:ext cx="1455058" cy="864391"/>
              <a:chOff x="12700000" y="2008563"/>
              <a:chExt cx="2565400" cy="1524000"/>
            </a:xfrm>
          </p:grpSpPr>
          <p:pic>
            <p:nvPicPr>
              <p:cNvPr id="21" name="Picture 20" descr="A picture containing table&#10;&#10;Description automatically generated">
                <a:extLst>
                  <a:ext uri="{FF2B5EF4-FFF2-40B4-BE49-F238E27FC236}">
                    <a16:creationId xmlns:a16="http://schemas.microsoft.com/office/drawing/2014/main" id="{6FCCCD9B-4234-D4F3-CC4E-2E1D2796CC43}"/>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1F992B66-6EE7-9A0E-CBE2-0446EF725143}"/>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Tree>
    <p:extLst>
      <p:ext uri="{BB962C8B-B14F-4D97-AF65-F5344CB8AC3E}">
        <p14:creationId xmlns:p14="http://schemas.microsoft.com/office/powerpoint/2010/main" val="14444714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photo_third_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1"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11" name="Text Placeholder 32">
            <a:extLst>
              <a:ext uri="{FF2B5EF4-FFF2-40B4-BE49-F238E27FC236}">
                <a16:creationId xmlns:a16="http://schemas.microsoft.com/office/drawing/2014/main" id="{AB7D0DB1-254B-5D9D-D5C0-6D4E1D686204}"/>
              </a:ext>
              <a:ext uri="{C183D7F6-B498-43B3-948B-1728B52AA6E4}">
                <adec:decorative xmlns:adec="http://schemas.microsoft.com/office/drawing/2017/decorative" val="1"/>
              </a:ext>
            </a:extLst>
          </p:cNvPr>
          <p:cNvSpPr>
            <a:spLocks noGrp="1"/>
          </p:cNvSpPr>
          <p:nvPr>
            <p:ph type="body" sz="quarter" idx="18"/>
          </p:nvPr>
        </p:nvSpPr>
        <p:spPr>
          <a:xfrm flipH="1">
            <a:off x="1"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rgbClr val="EEE9FF">
              <a:alpha val="50000"/>
            </a:srgbClr>
          </a:solidFill>
        </p:spPr>
        <p:txBody>
          <a:bodyPr wrap="square" anchor="b">
            <a:noAutofit/>
          </a:bodyPr>
          <a:lstStyle>
            <a:lvl1pPr marL="0" indent="0" algn="r">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4CB9A307-4C15-CC3B-D099-CDF4FB8FE8B4}"/>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26" name="Subtitle 2">
            <a:extLst>
              <a:ext uri="{FF2B5EF4-FFF2-40B4-BE49-F238E27FC236}">
                <a16:creationId xmlns:a16="http://schemas.microsoft.com/office/drawing/2014/main" id="{DFE5D373-AD47-DABF-439C-D2AAFBBB14F0}"/>
              </a:ext>
            </a:extLst>
          </p:cNvPr>
          <p:cNvSpPr>
            <a:spLocks noGrp="1"/>
          </p:cNvSpPr>
          <p:nvPr>
            <p:ph type="subTitle" idx="1"/>
          </p:nvPr>
        </p:nvSpPr>
        <p:spPr>
          <a:xfrm>
            <a:off x="5270499" y="2933700"/>
            <a:ext cx="6350000" cy="278131"/>
          </a:xfrm>
        </p:spPr>
        <p:txBody>
          <a:bodyPr anchor="b"/>
          <a:lstStyle>
            <a:lvl1pPr marL="0" indent="0" algn="l">
              <a:spcBef>
                <a:spcPts val="0"/>
              </a:spcBef>
              <a:buNone/>
              <a:defRPr sz="1400" b="1"/>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25" name="Text Placeholder 4">
            <a:extLst>
              <a:ext uri="{FF2B5EF4-FFF2-40B4-BE49-F238E27FC236}">
                <a16:creationId xmlns:a16="http://schemas.microsoft.com/office/drawing/2014/main" id="{0C4347A8-EF40-BE1A-C026-0D94EDDEA20D}"/>
              </a:ext>
            </a:extLst>
          </p:cNvPr>
          <p:cNvSpPr>
            <a:spLocks noGrp="1"/>
          </p:cNvSpPr>
          <p:nvPr>
            <p:ph type="body" sz="quarter" idx="14"/>
          </p:nvPr>
        </p:nvSpPr>
        <p:spPr>
          <a:xfrm>
            <a:off x="5270499" y="3429001"/>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1"/>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1" y="6503671"/>
            <a:ext cx="255977" cy="137160"/>
          </a:xfrm>
        </p:spPr>
        <p:txBody>
          <a:bodyPr/>
          <a:lstStyle/>
          <a:p>
            <a:fld id="{1BB77172-0749-4E0E-9B6A-F413C259FECA}"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6" y="6503671"/>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a:t>
            </a:r>
          </a:p>
        </p:txBody>
      </p:sp>
      <p:grpSp>
        <p:nvGrpSpPr>
          <p:cNvPr id="12" name="Group 11">
            <a:extLst>
              <a:ext uri="{FF2B5EF4-FFF2-40B4-BE49-F238E27FC236}">
                <a16:creationId xmlns:a16="http://schemas.microsoft.com/office/drawing/2014/main" id="{07EC8049-96BD-2928-7952-69F5B8023D81}"/>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4" name="Rectangle 13">
              <a:extLst>
                <a:ext uri="{FF2B5EF4-FFF2-40B4-BE49-F238E27FC236}">
                  <a16:creationId xmlns:a16="http://schemas.microsoft.com/office/drawing/2014/main" id="{D3319013-4D20-90E8-5626-7C794C50480A}"/>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5" name="Group 14">
              <a:extLst>
                <a:ext uri="{FF2B5EF4-FFF2-40B4-BE49-F238E27FC236}">
                  <a16:creationId xmlns:a16="http://schemas.microsoft.com/office/drawing/2014/main" id="{931FEDB0-F00E-198A-EE00-CB845027EB66}"/>
                </a:ext>
              </a:extLst>
            </p:cNvPr>
            <p:cNvGrpSpPr/>
            <p:nvPr/>
          </p:nvGrpSpPr>
          <p:grpSpPr>
            <a:xfrm>
              <a:off x="13142686" y="1954129"/>
              <a:ext cx="1455058" cy="864391"/>
              <a:chOff x="12700000" y="2008563"/>
              <a:chExt cx="2565400" cy="1524000"/>
            </a:xfrm>
          </p:grpSpPr>
          <p:pic>
            <p:nvPicPr>
              <p:cNvPr id="16" name="Picture 15" descr="A picture containing table&#10;&#10;Description automatically generated">
                <a:extLst>
                  <a:ext uri="{FF2B5EF4-FFF2-40B4-BE49-F238E27FC236}">
                    <a16:creationId xmlns:a16="http://schemas.microsoft.com/office/drawing/2014/main" id="{1273B354-FC32-7594-2CD3-609E2AD546FB}"/>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7" name="Rectangle 16">
                <a:extLst>
                  <a:ext uri="{FF2B5EF4-FFF2-40B4-BE49-F238E27FC236}">
                    <a16:creationId xmlns:a16="http://schemas.microsoft.com/office/drawing/2014/main" id="{5D14FA8A-EEA0-13F5-139B-071088605342}"/>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pic>
        <p:nvPicPr>
          <p:cNvPr id="6" name="Picture 9">
            <a:extLst>
              <a:ext uri="{FF2B5EF4-FFF2-40B4-BE49-F238E27FC236}">
                <a16:creationId xmlns:a16="http://schemas.microsoft.com/office/drawing/2014/main" id="{3F372DAC-5C00-6EBC-F47E-16BDB956F2E9}"/>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266946" y="6472120"/>
            <a:ext cx="562567" cy="145851"/>
          </a:xfrm>
          <a:prstGeom prst="rect">
            <a:avLst/>
          </a:prstGeom>
        </p:spPr>
      </p:pic>
    </p:spTree>
    <p:extLst>
      <p:ext uri="{BB962C8B-B14F-4D97-AF65-F5344CB8AC3E}">
        <p14:creationId xmlns:p14="http://schemas.microsoft.com/office/powerpoint/2010/main" val="2767513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photo_third_lef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95E3C691-3C6F-16D9-CD11-E29E483EF7E6}"/>
              </a:ext>
              <a:ext uri="{C183D7F6-B498-43B3-948B-1728B52AA6E4}">
                <adec:decorative xmlns:adec="http://schemas.microsoft.com/office/drawing/2017/decorative" val="1"/>
              </a:ext>
            </a:extLst>
          </p:cNvPr>
          <p:cNvSpPr>
            <a:spLocks noGrp="1"/>
          </p:cNvSpPr>
          <p:nvPr>
            <p:ph type="body" sz="quarter" idx="21"/>
          </p:nvPr>
        </p:nvSpPr>
        <p:spPr>
          <a:xfrm flipH="1" flipV="1">
            <a:off x="4104354"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1"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8" name="Text Placeholder 11">
            <a:extLst>
              <a:ext uri="{FF2B5EF4-FFF2-40B4-BE49-F238E27FC236}">
                <a16:creationId xmlns:a16="http://schemas.microsoft.com/office/drawing/2014/main" id="{885CA1CD-9BBA-9285-E1BD-B5AB570B458E}"/>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23" name="Text Placeholder 4">
            <a:extLst>
              <a:ext uri="{FF2B5EF4-FFF2-40B4-BE49-F238E27FC236}">
                <a16:creationId xmlns:a16="http://schemas.microsoft.com/office/drawing/2014/main" id="{A9B2EE4D-8894-FFF6-81F9-09770B6A942B}"/>
              </a:ext>
            </a:extLst>
          </p:cNvPr>
          <p:cNvSpPr>
            <a:spLocks noGrp="1"/>
          </p:cNvSpPr>
          <p:nvPr>
            <p:ph type="body" sz="quarter" idx="17"/>
          </p:nvPr>
        </p:nvSpPr>
        <p:spPr>
          <a:xfrm>
            <a:off x="5270501" y="2933701"/>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270501" y="3429001"/>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4" name="Text Placeholder 4">
            <a:extLst>
              <a:ext uri="{FF2B5EF4-FFF2-40B4-BE49-F238E27FC236}">
                <a16:creationId xmlns:a16="http://schemas.microsoft.com/office/drawing/2014/main" id="{65493958-D063-A5AB-FF6D-6B0870D48633}"/>
              </a:ext>
            </a:extLst>
          </p:cNvPr>
          <p:cNvSpPr>
            <a:spLocks noGrp="1"/>
          </p:cNvSpPr>
          <p:nvPr>
            <p:ph type="body" sz="quarter" idx="18"/>
          </p:nvPr>
        </p:nvSpPr>
        <p:spPr>
          <a:xfrm>
            <a:off x="8801100" y="2933701"/>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7" name="Text Placeholder 4">
            <a:extLst>
              <a:ext uri="{FF2B5EF4-FFF2-40B4-BE49-F238E27FC236}">
                <a16:creationId xmlns:a16="http://schemas.microsoft.com/office/drawing/2014/main" id="{3C7D1E9E-C87F-6281-20CA-A6F4971CF76C}"/>
              </a:ext>
            </a:extLst>
          </p:cNvPr>
          <p:cNvSpPr>
            <a:spLocks noGrp="1"/>
          </p:cNvSpPr>
          <p:nvPr>
            <p:ph type="body" sz="quarter" idx="15"/>
          </p:nvPr>
        </p:nvSpPr>
        <p:spPr>
          <a:xfrm>
            <a:off x="8801100" y="3395133"/>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1"/>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1" y="6503671"/>
            <a:ext cx="255977" cy="137160"/>
          </a:xfrm>
        </p:spPr>
        <p:txBody>
          <a:bodyPr/>
          <a:lstStyle/>
          <a:p>
            <a:fld id="{9D9A883A-4ED7-43C0-B9DF-CCC4B6277E4B}"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6" y="6503671"/>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a:t>
            </a:r>
          </a:p>
        </p:txBody>
      </p:sp>
      <p:grpSp>
        <p:nvGrpSpPr>
          <p:cNvPr id="11" name="Group 10">
            <a:extLst>
              <a:ext uri="{FF2B5EF4-FFF2-40B4-BE49-F238E27FC236}">
                <a16:creationId xmlns:a16="http://schemas.microsoft.com/office/drawing/2014/main" id="{58024BF0-5B26-0AA8-5DF3-5431C5DEF28F}"/>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12" name="Rectangle 11">
              <a:extLst>
                <a:ext uri="{FF2B5EF4-FFF2-40B4-BE49-F238E27FC236}">
                  <a16:creationId xmlns:a16="http://schemas.microsoft.com/office/drawing/2014/main" id="{FB937818-522B-5301-D432-1FD7351ABCC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4" name="Group 13">
              <a:extLst>
                <a:ext uri="{FF2B5EF4-FFF2-40B4-BE49-F238E27FC236}">
                  <a16:creationId xmlns:a16="http://schemas.microsoft.com/office/drawing/2014/main" id="{C1BD14CD-7CDC-F13F-7F81-4A28A8D674B7}"/>
                </a:ext>
              </a:extLst>
            </p:cNvPr>
            <p:cNvGrpSpPr/>
            <p:nvPr/>
          </p:nvGrpSpPr>
          <p:grpSpPr>
            <a:xfrm>
              <a:off x="13142686" y="1954129"/>
              <a:ext cx="1455058" cy="864391"/>
              <a:chOff x="12700000" y="2008563"/>
              <a:chExt cx="2565400" cy="1524000"/>
            </a:xfrm>
          </p:grpSpPr>
          <p:pic>
            <p:nvPicPr>
              <p:cNvPr id="15" name="Picture 14" descr="A picture containing table&#10;&#10;Description automatically generated">
                <a:extLst>
                  <a:ext uri="{FF2B5EF4-FFF2-40B4-BE49-F238E27FC236}">
                    <a16:creationId xmlns:a16="http://schemas.microsoft.com/office/drawing/2014/main" id="{F37440C1-D2E3-FDEF-F515-F50AEF124804}"/>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6BFF5561-AAF6-6C7A-C147-090BC5B868E9}"/>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266946" y="6472120"/>
            <a:ext cx="562567" cy="145851"/>
          </a:xfrm>
          <a:prstGeom prst="rect">
            <a:avLst/>
          </a:prstGeom>
        </p:spPr>
      </p:pic>
    </p:spTree>
    <p:extLst>
      <p:ext uri="{BB962C8B-B14F-4D97-AF65-F5344CB8AC3E}">
        <p14:creationId xmlns:p14="http://schemas.microsoft.com/office/powerpoint/2010/main" val="7762551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DC99-F1D8-5639-4F64-74567F887E69}"/>
              </a:ext>
            </a:extLst>
          </p:cNvPr>
          <p:cNvSpPr>
            <a:spLocks noGrp="1"/>
          </p:cNvSpPr>
          <p:nvPr>
            <p:ph type="title"/>
          </p:nvPr>
        </p:nvSpPr>
        <p:spPr>
          <a:xfrm>
            <a:off x="571500" y="571500"/>
            <a:ext cx="3530600" cy="3352800"/>
          </a:xfrm>
        </p:spPr>
        <p:txBody>
          <a:bodyPr/>
          <a:lstStyle/>
          <a:p>
            <a:r>
              <a:rPr lang="en-US"/>
              <a:t>Click to edit Master title style</a:t>
            </a:r>
          </a:p>
        </p:txBody>
      </p:sp>
      <p:sp>
        <p:nvSpPr>
          <p:cNvPr id="8" name="Text Placeholder 7">
            <a:extLst>
              <a:ext uri="{FF2B5EF4-FFF2-40B4-BE49-F238E27FC236}">
                <a16:creationId xmlns:a16="http://schemas.microsoft.com/office/drawing/2014/main" id="{0A764630-7F5E-DBF9-276D-57EE727943FC}"/>
              </a:ext>
            </a:extLst>
          </p:cNvPr>
          <p:cNvSpPr>
            <a:spLocks noGrp="1"/>
          </p:cNvSpPr>
          <p:nvPr>
            <p:ph type="body" sz="quarter" idx="13"/>
          </p:nvPr>
        </p:nvSpPr>
        <p:spPr>
          <a:xfrm>
            <a:off x="571500" y="4114800"/>
            <a:ext cx="3530600" cy="1371600"/>
          </a:xfrm>
        </p:spPr>
        <p:txBody>
          <a:bodyPr/>
          <a:lstStyle>
            <a:lvl1pPr marL="0" indent="0">
              <a:lnSpc>
                <a:spcPct val="90000"/>
              </a:lnSpc>
              <a:buNone/>
              <a:defRPr sz="2200" b="0"/>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25" name="Picture Placeholder 24">
            <a:extLst>
              <a:ext uri="{FF2B5EF4-FFF2-40B4-BE49-F238E27FC236}">
                <a16:creationId xmlns:a16="http://schemas.microsoft.com/office/drawing/2014/main" id="{D5173095-388F-9E87-760D-6E1513F2D5A4}"/>
              </a:ext>
              <a:ext uri="{C183D7F6-B498-43B3-948B-1728B52AA6E4}">
                <adec:decorative xmlns:adec="http://schemas.microsoft.com/office/drawing/2017/decorative" val="0"/>
              </a:ext>
            </a:extLst>
          </p:cNvPr>
          <p:cNvSpPr>
            <a:spLocks noGrp="1"/>
          </p:cNvSpPr>
          <p:nvPr>
            <p:ph type="pic" sz="quarter" idx="14"/>
          </p:nvPr>
        </p:nvSpPr>
        <p:spPr>
          <a:xfrm>
            <a:off x="5276849" y="571500"/>
            <a:ext cx="1644651" cy="548640"/>
          </a:xfrm>
        </p:spPr>
        <p:txBody>
          <a:bodyPr/>
          <a:lstStyle>
            <a:lvl1pPr marL="0" indent="0">
              <a:buNone/>
              <a:defRPr sz="1000"/>
            </a:lvl1pPr>
          </a:lstStyle>
          <a:p>
            <a:r>
              <a:rPr lang="en-US"/>
              <a:t>Click icon to add picture</a:t>
            </a:r>
          </a:p>
        </p:txBody>
      </p:sp>
      <p:sp>
        <p:nvSpPr>
          <p:cNvPr id="26" name="Picture Placeholder 24">
            <a:extLst>
              <a:ext uri="{FF2B5EF4-FFF2-40B4-BE49-F238E27FC236}">
                <a16:creationId xmlns:a16="http://schemas.microsoft.com/office/drawing/2014/main" id="{52EFFE21-F8F5-392E-7641-CB8AE1CB4480}"/>
              </a:ext>
              <a:ext uri="{C183D7F6-B498-43B3-948B-1728B52AA6E4}">
                <adec:decorative xmlns:adec="http://schemas.microsoft.com/office/drawing/2017/decorative" val="0"/>
              </a:ext>
            </a:extLst>
          </p:cNvPr>
          <p:cNvSpPr>
            <a:spLocks noGrp="1"/>
          </p:cNvSpPr>
          <p:nvPr>
            <p:ph type="pic" sz="quarter" idx="15"/>
          </p:nvPr>
        </p:nvSpPr>
        <p:spPr>
          <a:xfrm>
            <a:off x="7623601" y="571500"/>
            <a:ext cx="1644651" cy="548640"/>
          </a:xfrm>
        </p:spPr>
        <p:txBody>
          <a:bodyPr/>
          <a:lstStyle>
            <a:lvl1pPr marL="0" indent="0">
              <a:buNone/>
              <a:defRPr sz="1000"/>
            </a:lvl1pPr>
          </a:lstStyle>
          <a:p>
            <a:r>
              <a:rPr lang="en-US"/>
              <a:t>Click icon to add picture</a:t>
            </a:r>
          </a:p>
        </p:txBody>
      </p:sp>
      <p:sp>
        <p:nvSpPr>
          <p:cNvPr id="27" name="Picture Placeholder 24">
            <a:extLst>
              <a:ext uri="{FF2B5EF4-FFF2-40B4-BE49-F238E27FC236}">
                <a16:creationId xmlns:a16="http://schemas.microsoft.com/office/drawing/2014/main" id="{B07B539B-6B6D-B160-FED9-9960E8760269}"/>
              </a:ext>
              <a:ext uri="{C183D7F6-B498-43B3-948B-1728B52AA6E4}">
                <adec:decorative xmlns:adec="http://schemas.microsoft.com/office/drawing/2017/decorative" val="0"/>
              </a:ext>
            </a:extLst>
          </p:cNvPr>
          <p:cNvSpPr>
            <a:spLocks noGrp="1"/>
          </p:cNvSpPr>
          <p:nvPr>
            <p:ph type="pic" sz="quarter" idx="16"/>
          </p:nvPr>
        </p:nvSpPr>
        <p:spPr>
          <a:xfrm>
            <a:off x="9970355" y="571500"/>
            <a:ext cx="1644651" cy="548640"/>
          </a:xfrm>
        </p:spPr>
        <p:txBody>
          <a:bodyPr/>
          <a:lstStyle>
            <a:lvl1pPr marL="0" indent="0">
              <a:buNone/>
              <a:defRPr sz="1000"/>
            </a:lvl1pPr>
          </a:lstStyle>
          <a:p>
            <a:r>
              <a:rPr lang="en-US"/>
              <a:t>Click icon to add picture</a:t>
            </a:r>
          </a:p>
        </p:txBody>
      </p:sp>
      <p:sp>
        <p:nvSpPr>
          <p:cNvPr id="28" name="Picture Placeholder 24">
            <a:extLst>
              <a:ext uri="{FF2B5EF4-FFF2-40B4-BE49-F238E27FC236}">
                <a16:creationId xmlns:a16="http://schemas.microsoft.com/office/drawing/2014/main" id="{8D69C67D-40FC-9076-CFD4-F5730D1D7D01}"/>
              </a:ext>
              <a:ext uri="{C183D7F6-B498-43B3-948B-1728B52AA6E4}">
                <adec:decorative xmlns:adec="http://schemas.microsoft.com/office/drawing/2017/decorative" val="0"/>
              </a:ext>
            </a:extLst>
          </p:cNvPr>
          <p:cNvSpPr>
            <a:spLocks noGrp="1"/>
          </p:cNvSpPr>
          <p:nvPr>
            <p:ph type="pic" sz="quarter" idx="17"/>
          </p:nvPr>
        </p:nvSpPr>
        <p:spPr>
          <a:xfrm>
            <a:off x="5276849" y="1731657"/>
            <a:ext cx="1644651" cy="548640"/>
          </a:xfrm>
        </p:spPr>
        <p:txBody>
          <a:bodyPr/>
          <a:lstStyle>
            <a:lvl1pPr marL="0" indent="0">
              <a:buNone/>
              <a:defRPr sz="1000"/>
            </a:lvl1pPr>
          </a:lstStyle>
          <a:p>
            <a:r>
              <a:rPr lang="en-US"/>
              <a:t>Click icon to add picture</a:t>
            </a:r>
          </a:p>
        </p:txBody>
      </p:sp>
      <p:sp>
        <p:nvSpPr>
          <p:cNvPr id="29" name="Picture Placeholder 24">
            <a:extLst>
              <a:ext uri="{FF2B5EF4-FFF2-40B4-BE49-F238E27FC236}">
                <a16:creationId xmlns:a16="http://schemas.microsoft.com/office/drawing/2014/main" id="{5790B19A-3C34-B845-1A01-5EEA0290B8C5}"/>
              </a:ext>
              <a:ext uri="{C183D7F6-B498-43B3-948B-1728B52AA6E4}">
                <adec:decorative xmlns:adec="http://schemas.microsoft.com/office/drawing/2017/decorative" val="0"/>
              </a:ext>
            </a:extLst>
          </p:cNvPr>
          <p:cNvSpPr>
            <a:spLocks noGrp="1"/>
          </p:cNvSpPr>
          <p:nvPr>
            <p:ph type="pic" sz="quarter" idx="18"/>
          </p:nvPr>
        </p:nvSpPr>
        <p:spPr>
          <a:xfrm>
            <a:off x="7623601" y="1731657"/>
            <a:ext cx="1644651" cy="548640"/>
          </a:xfrm>
        </p:spPr>
        <p:txBody>
          <a:bodyPr/>
          <a:lstStyle>
            <a:lvl1pPr marL="0" indent="0">
              <a:buNone/>
              <a:defRPr sz="1000"/>
            </a:lvl1pPr>
          </a:lstStyle>
          <a:p>
            <a:r>
              <a:rPr lang="en-US"/>
              <a:t>Click icon to add picture</a:t>
            </a:r>
          </a:p>
        </p:txBody>
      </p:sp>
      <p:sp>
        <p:nvSpPr>
          <p:cNvPr id="30" name="Picture Placeholder 24">
            <a:extLst>
              <a:ext uri="{FF2B5EF4-FFF2-40B4-BE49-F238E27FC236}">
                <a16:creationId xmlns:a16="http://schemas.microsoft.com/office/drawing/2014/main" id="{F434CBE1-526D-B01C-F4A7-A2A17928CF11}"/>
              </a:ext>
              <a:ext uri="{C183D7F6-B498-43B3-948B-1728B52AA6E4}">
                <adec:decorative xmlns:adec="http://schemas.microsoft.com/office/drawing/2017/decorative" val="0"/>
              </a:ext>
            </a:extLst>
          </p:cNvPr>
          <p:cNvSpPr>
            <a:spLocks noGrp="1"/>
          </p:cNvSpPr>
          <p:nvPr>
            <p:ph type="pic" sz="quarter" idx="19"/>
          </p:nvPr>
        </p:nvSpPr>
        <p:spPr>
          <a:xfrm>
            <a:off x="9970355" y="1731657"/>
            <a:ext cx="1644651" cy="548640"/>
          </a:xfrm>
        </p:spPr>
        <p:txBody>
          <a:bodyPr/>
          <a:lstStyle>
            <a:lvl1pPr marL="0" indent="0">
              <a:buNone/>
              <a:defRPr sz="1000"/>
            </a:lvl1pPr>
          </a:lstStyle>
          <a:p>
            <a:r>
              <a:rPr lang="en-US"/>
              <a:t>Click icon to add picture</a:t>
            </a:r>
          </a:p>
        </p:txBody>
      </p:sp>
      <p:sp>
        <p:nvSpPr>
          <p:cNvPr id="31" name="Picture Placeholder 24">
            <a:extLst>
              <a:ext uri="{FF2B5EF4-FFF2-40B4-BE49-F238E27FC236}">
                <a16:creationId xmlns:a16="http://schemas.microsoft.com/office/drawing/2014/main" id="{A707561E-5916-786D-8742-34F322CC63A6}"/>
              </a:ext>
              <a:ext uri="{C183D7F6-B498-43B3-948B-1728B52AA6E4}">
                <adec:decorative xmlns:adec="http://schemas.microsoft.com/office/drawing/2017/decorative" val="0"/>
              </a:ext>
            </a:extLst>
          </p:cNvPr>
          <p:cNvSpPr>
            <a:spLocks noGrp="1"/>
          </p:cNvSpPr>
          <p:nvPr>
            <p:ph type="pic" sz="quarter" idx="20"/>
          </p:nvPr>
        </p:nvSpPr>
        <p:spPr>
          <a:xfrm>
            <a:off x="5276849" y="2891815"/>
            <a:ext cx="1644651" cy="548640"/>
          </a:xfrm>
        </p:spPr>
        <p:txBody>
          <a:bodyPr/>
          <a:lstStyle>
            <a:lvl1pPr marL="0" indent="0">
              <a:buNone/>
              <a:defRPr sz="1000"/>
            </a:lvl1pPr>
          </a:lstStyle>
          <a:p>
            <a:r>
              <a:rPr lang="en-US"/>
              <a:t>Click icon to add picture</a:t>
            </a:r>
          </a:p>
        </p:txBody>
      </p:sp>
      <p:sp>
        <p:nvSpPr>
          <p:cNvPr id="32" name="Picture Placeholder 24">
            <a:extLst>
              <a:ext uri="{FF2B5EF4-FFF2-40B4-BE49-F238E27FC236}">
                <a16:creationId xmlns:a16="http://schemas.microsoft.com/office/drawing/2014/main" id="{DDC5815B-E2FE-F8D4-A3F1-C8E45F43D45C}"/>
              </a:ext>
              <a:ext uri="{C183D7F6-B498-43B3-948B-1728B52AA6E4}">
                <adec:decorative xmlns:adec="http://schemas.microsoft.com/office/drawing/2017/decorative" val="0"/>
              </a:ext>
            </a:extLst>
          </p:cNvPr>
          <p:cNvSpPr>
            <a:spLocks noGrp="1"/>
          </p:cNvSpPr>
          <p:nvPr>
            <p:ph type="pic" sz="quarter" idx="21"/>
          </p:nvPr>
        </p:nvSpPr>
        <p:spPr>
          <a:xfrm>
            <a:off x="7623601" y="2891815"/>
            <a:ext cx="1644651" cy="548640"/>
          </a:xfrm>
        </p:spPr>
        <p:txBody>
          <a:bodyPr/>
          <a:lstStyle>
            <a:lvl1pPr marL="0" indent="0">
              <a:buNone/>
              <a:defRPr sz="1000"/>
            </a:lvl1pPr>
          </a:lstStyle>
          <a:p>
            <a:r>
              <a:rPr lang="en-US"/>
              <a:t>Click icon to add picture</a:t>
            </a:r>
          </a:p>
        </p:txBody>
      </p:sp>
      <p:sp>
        <p:nvSpPr>
          <p:cNvPr id="33" name="Picture Placeholder 24">
            <a:extLst>
              <a:ext uri="{FF2B5EF4-FFF2-40B4-BE49-F238E27FC236}">
                <a16:creationId xmlns:a16="http://schemas.microsoft.com/office/drawing/2014/main" id="{AD12602F-26DC-0185-2333-B1171B64AB04}"/>
              </a:ext>
              <a:ext uri="{C183D7F6-B498-43B3-948B-1728B52AA6E4}">
                <adec:decorative xmlns:adec="http://schemas.microsoft.com/office/drawing/2017/decorative" val="0"/>
              </a:ext>
            </a:extLst>
          </p:cNvPr>
          <p:cNvSpPr>
            <a:spLocks noGrp="1"/>
          </p:cNvSpPr>
          <p:nvPr>
            <p:ph type="pic" sz="quarter" idx="22"/>
          </p:nvPr>
        </p:nvSpPr>
        <p:spPr>
          <a:xfrm>
            <a:off x="9970355" y="2891815"/>
            <a:ext cx="1644651" cy="548640"/>
          </a:xfrm>
        </p:spPr>
        <p:txBody>
          <a:bodyPr/>
          <a:lstStyle>
            <a:lvl1pPr marL="0" indent="0">
              <a:buNone/>
              <a:defRPr sz="1000"/>
            </a:lvl1pPr>
          </a:lstStyle>
          <a:p>
            <a:r>
              <a:rPr lang="en-US"/>
              <a:t>Click icon to add picture</a:t>
            </a:r>
          </a:p>
        </p:txBody>
      </p:sp>
      <p:sp>
        <p:nvSpPr>
          <p:cNvPr id="34" name="Picture Placeholder 24">
            <a:extLst>
              <a:ext uri="{FF2B5EF4-FFF2-40B4-BE49-F238E27FC236}">
                <a16:creationId xmlns:a16="http://schemas.microsoft.com/office/drawing/2014/main" id="{E898C53E-ACB6-1B62-7DCB-A1B05274278D}"/>
              </a:ext>
              <a:ext uri="{C183D7F6-B498-43B3-948B-1728B52AA6E4}">
                <adec:decorative xmlns:adec="http://schemas.microsoft.com/office/drawing/2017/decorative" val="0"/>
              </a:ext>
            </a:extLst>
          </p:cNvPr>
          <p:cNvSpPr>
            <a:spLocks noGrp="1"/>
          </p:cNvSpPr>
          <p:nvPr>
            <p:ph type="pic" sz="quarter" idx="23"/>
          </p:nvPr>
        </p:nvSpPr>
        <p:spPr>
          <a:xfrm>
            <a:off x="5276849" y="4051971"/>
            <a:ext cx="1644651" cy="548640"/>
          </a:xfrm>
        </p:spPr>
        <p:txBody>
          <a:bodyPr/>
          <a:lstStyle>
            <a:lvl1pPr marL="0" indent="0">
              <a:buNone/>
              <a:defRPr sz="1000"/>
            </a:lvl1pPr>
          </a:lstStyle>
          <a:p>
            <a:r>
              <a:rPr lang="en-US"/>
              <a:t>Click icon to add picture</a:t>
            </a:r>
          </a:p>
        </p:txBody>
      </p:sp>
      <p:sp>
        <p:nvSpPr>
          <p:cNvPr id="35" name="Picture Placeholder 24">
            <a:extLst>
              <a:ext uri="{FF2B5EF4-FFF2-40B4-BE49-F238E27FC236}">
                <a16:creationId xmlns:a16="http://schemas.microsoft.com/office/drawing/2014/main" id="{731E74E5-141E-80AB-9B00-1B5E0FEED1BC}"/>
              </a:ext>
              <a:ext uri="{C183D7F6-B498-43B3-948B-1728B52AA6E4}">
                <adec:decorative xmlns:adec="http://schemas.microsoft.com/office/drawing/2017/decorative" val="0"/>
              </a:ext>
            </a:extLst>
          </p:cNvPr>
          <p:cNvSpPr>
            <a:spLocks noGrp="1"/>
          </p:cNvSpPr>
          <p:nvPr>
            <p:ph type="pic" sz="quarter" idx="24"/>
          </p:nvPr>
        </p:nvSpPr>
        <p:spPr>
          <a:xfrm>
            <a:off x="7623601" y="4051971"/>
            <a:ext cx="1644651" cy="548640"/>
          </a:xfrm>
        </p:spPr>
        <p:txBody>
          <a:bodyPr/>
          <a:lstStyle>
            <a:lvl1pPr marL="0" indent="0">
              <a:buNone/>
              <a:defRPr sz="1000"/>
            </a:lvl1pPr>
          </a:lstStyle>
          <a:p>
            <a:r>
              <a:rPr lang="en-US"/>
              <a:t>Click icon to add picture</a:t>
            </a:r>
          </a:p>
        </p:txBody>
      </p:sp>
      <p:sp>
        <p:nvSpPr>
          <p:cNvPr id="36" name="Picture Placeholder 24">
            <a:extLst>
              <a:ext uri="{FF2B5EF4-FFF2-40B4-BE49-F238E27FC236}">
                <a16:creationId xmlns:a16="http://schemas.microsoft.com/office/drawing/2014/main" id="{826937F0-56E3-26CF-5EC8-F8F85E77D05F}"/>
              </a:ext>
              <a:ext uri="{C183D7F6-B498-43B3-948B-1728B52AA6E4}">
                <adec:decorative xmlns:adec="http://schemas.microsoft.com/office/drawing/2017/decorative" val="0"/>
              </a:ext>
            </a:extLst>
          </p:cNvPr>
          <p:cNvSpPr>
            <a:spLocks noGrp="1"/>
          </p:cNvSpPr>
          <p:nvPr>
            <p:ph type="pic" sz="quarter" idx="25"/>
          </p:nvPr>
        </p:nvSpPr>
        <p:spPr>
          <a:xfrm>
            <a:off x="9970355" y="4051971"/>
            <a:ext cx="1644651" cy="548640"/>
          </a:xfrm>
        </p:spPr>
        <p:txBody>
          <a:bodyPr/>
          <a:lstStyle>
            <a:lvl1pPr marL="0" indent="0">
              <a:buNone/>
              <a:defRPr sz="1000"/>
            </a:lvl1pPr>
          </a:lstStyle>
          <a:p>
            <a:r>
              <a:rPr lang="en-US"/>
              <a:t>Click icon to add picture</a:t>
            </a:r>
          </a:p>
        </p:txBody>
      </p:sp>
      <p:sp>
        <p:nvSpPr>
          <p:cNvPr id="37" name="Picture Placeholder 24">
            <a:extLst>
              <a:ext uri="{FF2B5EF4-FFF2-40B4-BE49-F238E27FC236}">
                <a16:creationId xmlns:a16="http://schemas.microsoft.com/office/drawing/2014/main" id="{211A642A-7EAD-CCEF-F33A-96AAD329D781}"/>
              </a:ext>
              <a:ext uri="{C183D7F6-B498-43B3-948B-1728B52AA6E4}">
                <adec:decorative xmlns:adec="http://schemas.microsoft.com/office/drawing/2017/decorative" val="0"/>
              </a:ext>
            </a:extLst>
          </p:cNvPr>
          <p:cNvSpPr>
            <a:spLocks noGrp="1"/>
          </p:cNvSpPr>
          <p:nvPr>
            <p:ph type="pic" sz="quarter" idx="26"/>
          </p:nvPr>
        </p:nvSpPr>
        <p:spPr>
          <a:xfrm>
            <a:off x="5276849" y="5212128"/>
            <a:ext cx="1644651" cy="548640"/>
          </a:xfrm>
        </p:spPr>
        <p:txBody>
          <a:bodyPr/>
          <a:lstStyle>
            <a:lvl1pPr marL="0" indent="0">
              <a:buNone/>
              <a:defRPr sz="1000"/>
            </a:lvl1pPr>
          </a:lstStyle>
          <a:p>
            <a:r>
              <a:rPr lang="en-US"/>
              <a:t>Click icon to add picture</a:t>
            </a:r>
          </a:p>
        </p:txBody>
      </p:sp>
      <p:sp>
        <p:nvSpPr>
          <p:cNvPr id="38" name="Picture Placeholder 24">
            <a:extLst>
              <a:ext uri="{FF2B5EF4-FFF2-40B4-BE49-F238E27FC236}">
                <a16:creationId xmlns:a16="http://schemas.microsoft.com/office/drawing/2014/main" id="{7BE237C6-6445-AFAD-D53B-7AB8EEECD1C3}"/>
              </a:ext>
              <a:ext uri="{C183D7F6-B498-43B3-948B-1728B52AA6E4}">
                <adec:decorative xmlns:adec="http://schemas.microsoft.com/office/drawing/2017/decorative" val="0"/>
              </a:ext>
            </a:extLst>
          </p:cNvPr>
          <p:cNvSpPr>
            <a:spLocks noGrp="1"/>
          </p:cNvSpPr>
          <p:nvPr>
            <p:ph type="pic" sz="quarter" idx="27"/>
          </p:nvPr>
        </p:nvSpPr>
        <p:spPr>
          <a:xfrm>
            <a:off x="7623601" y="5212128"/>
            <a:ext cx="1644651" cy="548640"/>
          </a:xfrm>
        </p:spPr>
        <p:txBody>
          <a:bodyPr/>
          <a:lstStyle>
            <a:lvl1pPr marL="0" indent="0">
              <a:buNone/>
              <a:defRPr sz="1000"/>
            </a:lvl1pPr>
          </a:lstStyle>
          <a:p>
            <a:r>
              <a:rPr lang="en-US"/>
              <a:t>Click icon to add picture</a:t>
            </a:r>
          </a:p>
        </p:txBody>
      </p:sp>
      <p:sp>
        <p:nvSpPr>
          <p:cNvPr id="39" name="Picture Placeholder 24">
            <a:extLst>
              <a:ext uri="{FF2B5EF4-FFF2-40B4-BE49-F238E27FC236}">
                <a16:creationId xmlns:a16="http://schemas.microsoft.com/office/drawing/2014/main" id="{710208B8-A8C4-C336-539B-0CE006BB08E2}"/>
              </a:ext>
              <a:ext uri="{C183D7F6-B498-43B3-948B-1728B52AA6E4}">
                <adec:decorative xmlns:adec="http://schemas.microsoft.com/office/drawing/2017/decorative" val="0"/>
              </a:ext>
            </a:extLst>
          </p:cNvPr>
          <p:cNvSpPr>
            <a:spLocks noGrp="1"/>
          </p:cNvSpPr>
          <p:nvPr>
            <p:ph type="pic" sz="quarter" idx="28"/>
          </p:nvPr>
        </p:nvSpPr>
        <p:spPr>
          <a:xfrm>
            <a:off x="9970355" y="5212128"/>
            <a:ext cx="1644651" cy="548640"/>
          </a:xfrm>
        </p:spPr>
        <p:txBody>
          <a:bodyPr/>
          <a:lstStyle>
            <a:lvl1pPr marL="0" indent="0">
              <a:buNone/>
              <a:defRPr sz="1000"/>
            </a:lvl1pPr>
          </a:lstStyle>
          <a:p>
            <a:r>
              <a:rPr lang="en-US"/>
              <a:t>Click icon to add picture</a:t>
            </a:r>
          </a:p>
        </p:txBody>
      </p:sp>
      <p:sp>
        <p:nvSpPr>
          <p:cNvPr id="3" name="Footer Placeholder 2">
            <a:extLst>
              <a:ext uri="{FF2B5EF4-FFF2-40B4-BE49-F238E27FC236}">
                <a16:creationId xmlns:a16="http://schemas.microsoft.com/office/drawing/2014/main" id="{E592B8AC-3FEF-FB3D-1D35-1B4C85E09DA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933CB4A-84D4-4E7D-54A8-19F4902C3786}"/>
              </a:ext>
              <a:ext uri="{C183D7F6-B498-43B3-948B-1728B52AA6E4}">
                <adec:decorative xmlns:adec="http://schemas.microsoft.com/office/drawing/2017/decorative" val="1"/>
              </a:ext>
            </a:extLst>
          </p:cNvPr>
          <p:cNvSpPr>
            <a:spLocks noGrp="1"/>
          </p:cNvSpPr>
          <p:nvPr>
            <p:ph type="dt" sz="half" idx="11"/>
          </p:nvPr>
        </p:nvSpPr>
        <p:spPr/>
        <p:txBody>
          <a:bodyPr/>
          <a:lstStyle/>
          <a:p>
            <a:fld id="{034FF75C-945A-404E-922B-DD0D4CEAAB34}" type="datetimeyyyy">
              <a:rPr lang="en-US" smtClean="0"/>
              <a:t>2026</a:t>
            </a:fld>
            <a:endParaRPr lang="en-US"/>
          </a:p>
        </p:txBody>
      </p:sp>
      <p:sp>
        <p:nvSpPr>
          <p:cNvPr id="5" name="Slide Number Placeholder 4">
            <a:extLst>
              <a:ext uri="{FF2B5EF4-FFF2-40B4-BE49-F238E27FC236}">
                <a16:creationId xmlns:a16="http://schemas.microsoft.com/office/drawing/2014/main" id="{7817C489-13B1-1C9F-21CB-50298948F7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216370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am - 8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56488"/>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56488"/>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9" y="1756488"/>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56488"/>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3" name="Picture Placeholder 22">
            <a:extLst>
              <a:ext uri="{FF2B5EF4-FFF2-40B4-BE49-F238E27FC236}">
                <a16:creationId xmlns:a16="http://schemas.microsoft.com/office/drawing/2014/main" id="{31C2DDE3-086E-E146-B791-BBB36081FB9C}"/>
              </a:ext>
              <a:ext uri="{C183D7F6-B498-43B3-948B-1728B52AA6E4}">
                <adec:decorative xmlns:adec="http://schemas.microsoft.com/office/drawing/2017/decorative" val="1"/>
              </a:ext>
            </a:extLst>
          </p:cNvPr>
          <p:cNvSpPr>
            <a:spLocks noGrp="1"/>
          </p:cNvSpPr>
          <p:nvPr>
            <p:ph type="pic" sz="quarter" idx="17"/>
          </p:nvPr>
        </p:nvSpPr>
        <p:spPr>
          <a:xfrm>
            <a:off x="571500" y="4127390"/>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4" name="Picture Placeholder 23">
            <a:extLst>
              <a:ext uri="{FF2B5EF4-FFF2-40B4-BE49-F238E27FC236}">
                <a16:creationId xmlns:a16="http://schemas.microsoft.com/office/drawing/2014/main" id="{02F7C068-F923-EAA3-C4BB-ADE119399EE0}"/>
              </a:ext>
              <a:ext uri="{C183D7F6-B498-43B3-948B-1728B52AA6E4}">
                <adec:decorative xmlns:adec="http://schemas.microsoft.com/office/drawing/2017/decorative" val="1"/>
              </a:ext>
            </a:extLst>
          </p:cNvPr>
          <p:cNvSpPr>
            <a:spLocks noGrp="1"/>
          </p:cNvSpPr>
          <p:nvPr>
            <p:ph type="pic" sz="quarter" idx="18"/>
          </p:nvPr>
        </p:nvSpPr>
        <p:spPr>
          <a:xfrm>
            <a:off x="3390319" y="4127390"/>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E2E9DC41-D3E6-09CD-8FC9-3373998130BF}"/>
              </a:ext>
              <a:ext uri="{C183D7F6-B498-43B3-948B-1728B52AA6E4}">
                <adec:decorative xmlns:adec="http://schemas.microsoft.com/office/drawing/2017/decorative" val="1"/>
              </a:ext>
            </a:extLst>
          </p:cNvPr>
          <p:cNvSpPr>
            <a:spLocks noGrp="1"/>
          </p:cNvSpPr>
          <p:nvPr>
            <p:ph type="pic" sz="quarter" idx="19"/>
          </p:nvPr>
        </p:nvSpPr>
        <p:spPr>
          <a:xfrm>
            <a:off x="6209139" y="4127390"/>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03C6B952-490C-B36C-6A23-D2EC13A63FC6}"/>
              </a:ext>
              <a:ext uri="{C183D7F6-B498-43B3-948B-1728B52AA6E4}">
                <adec:decorative xmlns:adec="http://schemas.microsoft.com/office/drawing/2017/decorative" val="1"/>
              </a:ext>
            </a:extLst>
          </p:cNvPr>
          <p:cNvSpPr>
            <a:spLocks noGrp="1"/>
          </p:cNvSpPr>
          <p:nvPr>
            <p:ph type="pic" sz="quarter" idx="20"/>
          </p:nvPr>
        </p:nvSpPr>
        <p:spPr>
          <a:xfrm>
            <a:off x="9027957" y="4127390"/>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09502"/>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531"/>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3" name="Text Placeholder 29">
            <a:extLst>
              <a:ext uri="{FF2B5EF4-FFF2-40B4-BE49-F238E27FC236}">
                <a16:creationId xmlns:a16="http://schemas.microsoft.com/office/drawing/2014/main" id="{09C3EDD5-6423-9D73-E04B-18305794F5AD}"/>
              </a:ext>
            </a:extLst>
          </p:cNvPr>
          <p:cNvSpPr>
            <a:spLocks noGrp="1"/>
          </p:cNvSpPr>
          <p:nvPr>
            <p:ph type="body" sz="quarter" idx="23" hasCustomPrompt="1"/>
          </p:nvPr>
        </p:nvSpPr>
        <p:spPr>
          <a:xfrm>
            <a:off x="3390319" y="3209502"/>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4" name="Text Placeholder 29">
            <a:extLst>
              <a:ext uri="{FF2B5EF4-FFF2-40B4-BE49-F238E27FC236}">
                <a16:creationId xmlns:a16="http://schemas.microsoft.com/office/drawing/2014/main" id="{849A018A-C5DB-67B7-A0AD-0FD08CCC77BC}"/>
              </a:ext>
            </a:extLst>
          </p:cNvPr>
          <p:cNvSpPr>
            <a:spLocks noGrp="1"/>
          </p:cNvSpPr>
          <p:nvPr>
            <p:ph type="body" sz="quarter" idx="24" hasCustomPrompt="1"/>
          </p:nvPr>
        </p:nvSpPr>
        <p:spPr>
          <a:xfrm>
            <a:off x="3390319" y="3652531"/>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5" name="Text Placeholder 29">
            <a:extLst>
              <a:ext uri="{FF2B5EF4-FFF2-40B4-BE49-F238E27FC236}">
                <a16:creationId xmlns:a16="http://schemas.microsoft.com/office/drawing/2014/main" id="{D2DA37E6-256C-E209-2D5A-7AA1463214D5}"/>
              </a:ext>
            </a:extLst>
          </p:cNvPr>
          <p:cNvSpPr>
            <a:spLocks noGrp="1"/>
          </p:cNvSpPr>
          <p:nvPr>
            <p:ph type="body" sz="quarter" idx="25" hasCustomPrompt="1"/>
          </p:nvPr>
        </p:nvSpPr>
        <p:spPr>
          <a:xfrm>
            <a:off x="6205537" y="3209502"/>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B01156E7-E12F-C745-4F58-ACE51E79F219}"/>
              </a:ext>
            </a:extLst>
          </p:cNvPr>
          <p:cNvSpPr>
            <a:spLocks noGrp="1"/>
          </p:cNvSpPr>
          <p:nvPr>
            <p:ph type="body" sz="quarter" idx="26" hasCustomPrompt="1"/>
          </p:nvPr>
        </p:nvSpPr>
        <p:spPr>
          <a:xfrm>
            <a:off x="6205537" y="3652531"/>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1903F326-5D5C-7561-2ED1-4FCC6C836F5E}"/>
              </a:ext>
            </a:extLst>
          </p:cNvPr>
          <p:cNvSpPr>
            <a:spLocks noGrp="1"/>
          </p:cNvSpPr>
          <p:nvPr>
            <p:ph type="body" sz="quarter" idx="27" hasCustomPrompt="1"/>
          </p:nvPr>
        </p:nvSpPr>
        <p:spPr>
          <a:xfrm>
            <a:off x="9029700" y="3209502"/>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8" name="Text Placeholder 29">
            <a:extLst>
              <a:ext uri="{FF2B5EF4-FFF2-40B4-BE49-F238E27FC236}">
                <a16:creationId xmlns:a16="http://schemas.microsoft.com/office/drawing/2014/main" id="{77BEE49F-9F5E-B189-1168-EB25FD4B59C9}"/>
              </a:ext>
            </a:extLst>
          </p:cNvPr>
          <p:cNvSpPr>
            <a:spLocks noGrp="1"/>
          </p:cNvSpPr>
          <p:nvPr>
            <p:ph type="body" sz="quarter" idx="28" hasCustomPrompt="1"/>
          </p:nvPr>
        </p:nvSpPr>
        <p:spPr>
          <a:xfrm>
            <a:off x="9029700" y="3652531"/>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9" name="Text Placeholder 29">
            <a:extLst>
              <a:ext uri="{FF2B5EF4-FFF2-40B4-BE49-F238E27FC236}">
                <a16:creationId xmlns:a16="http://schemas.microsoft.com/office/drawing/2014/main" id="{9AFF5847-59CC-9117-F220-ABEB80472A15}"/>
              </a:ext>
            </a:extLst>
          </p:cNvPr>
          <p:cNvSpPr>
            <a:spLocks noGrp="1"/>
          </p:cNvSpPr>
          <p:nvPr>
            <p:ph type="body" sz="quarter" idx="29" hasCustomPrompt="1"/>
          </p:nvPr>
        </p:nvSpPr>
        <p:spPr>
          <a:xfrm>
            <a:off x="571500" y="5580140"/>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0" name="Text Placeholder 29">
            <a:extLst>
              <a:ext uri="{FF2B5EF4-FFF2-40B4-BE49-F238E27FC236}">
                <a16:creationId xmlns:a16="http://schemas.microsoft.com/office/drawing/2014/main" id="{C9A6D246-836A-8EB5-DCCA-AB185DD887CA}"/>
              </a:ext>
            </a:extLst>
          </p:cNvPr>
          <p:cNvSpPr>
            <a:spLocks noGrp="1"/>
          </p:cNvSpPr>
          <p:nvPr>
            <p:ph type="body" sz="quarter" idx="30" hasCustomPrompt="1"/>
          </p:nvPr>
        </p:nvSpPr>
        <p:spPr>
          <a:xfrm>
            <a:off x="5715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1" name="Text Placeholder 29">
            <a:extLst>
              <a:ext uri="{FF2B5EF4-FFF2-40B4-BE49-F238E27FC236}">
                <a16:creationId xmlns:a16="http://schemas.microsoft.com/office/drawing/2014/main" id="{E4C3CF32-A213-FB27-CF24-B1733FD0163D}"/>
              </a:ext>
            </a:extLst>
          </p:cNvPr>
          <p:cNvSpPr>
            <a:spLocks noGrp="1"/>
          </p:cNvSpPr>
          <p:nvPr>
            <p:ph type="body" sz="quarter" idx="31" hasCustomPrompt="1"/>
          </p:nvPr>
        </p:nvSpPr>
        <p:spPr>
          <a:xfrm>
            <a:off x="3390319" y="5580140"/>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2" name="Text Placeholder 29">
            <a:extLst>
              <a:ext uri="{FF2B5EF4-FFF2-40B4-BE49-F238E27FC236}">
                <a16:creationId xmlns:a16="http://schemas.microsoft.com/office/drawing/2014/main" id="{2DFBD71D-6C87-1331-C546-8BBA13EE5CD1}"/>
              </a:ext>
            </a:extLst>
          </p:cNvPr>
          <p:cNvSpPr>
            <a:spLocks noGrp="1"/>
          </p:cNvSpPr>
          <p:nvPr>
            <p:ph type="body" sz="quarter" idx="32" hasCustomPrompt="1"/>
          </p:nvPr>
        </p:nvSpPr>
        <p:spPr>
          <a:xfrm>
            <a:off x="3390319"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3" name="Text Placeholder 29">
            <a:extLst>
              <a:ext uri="{FF2B5EF4-FFF2-40B4-BE49-F238E27FC236}">
                <a16:creationId xmlns:a16="http://schemas.microsoft.com/office/drawing/2014/main" id="{90CE59B6-C93C-63CE-4ACB-DE48DD6C39DE}"/>
              </a:ext>
            </a:extLst>
          </p:cNvPr>
          <p:cNvSpPr>
            <a:spLocks noGrp="1"/>
          </p:cNvSpPr>
          <p:nvPr>
            <p:ph type="body" sz="quarter" idx="33" hasCustomPrompt="1"/>
          </p:nvPr>
        </p:nvSpPr>
        <p:spPr>
          <a:xfrm>
            <a:off x="6205537" y="5580140"/>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4" name="Text Placeholder 29">
            <a:extLst>
              <a:ext uri="{FF2B5EF4-FFF2-40B4-BE49-F238E27FC236}">
                <a16:creationId xmlns:a16="http://schemas.microsoft.com/office/drawing/2014/main" id="{5846DF4B-CBE1-62A0-2F49-F0857ACBFADD}"/>
              </a:ext>
            </a:extLst>
          </p:cNvPr>
          <p:cNvSpPr>
            <a:spLocks noGrp="1"/>
          </p:cNvSpPr>
          <p:nvPr>
            <p:ph type="body" sz="quarter" idx="34" hasCustomPrompt="1"/>
          </p:nvPr>
        </p:nvSpPr>
        <p:spPr>
          <a:xfrm>
            <a:off x="6205537"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5" name="Text Placeholder 29">
            <a:extLst>
              <a:ext uri="{FF2B5EF4-FFF2-40B4-BE49-F238E27FC236}">
                <a16:creationId xmlns:a16="http://schemas.microsoft.com/office/drawing/2014/main" id="{BCF83C4F-2508-7C3E-9572-07DDACE7BCCB}"/>
              </a:ext>
            </a:extLst>
          </p:cNvPr>
          <p:cNvSpPr>
            <a:spLocks noGrp="1"/>
          </p:cNvSpPr>
          <p:nvPr>
            <p:ph type="body" sz="quarter" idx="35" hasCustomPrompt="1"/>
          </p:nvPr>
        </p:nvSpPr>
        <p:spPr>
          <a:xfrm>
            <a:off x="9029700" y="5580140"/>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6" name="Text Placeholder 29">
            <a:extLst>
              <a:ext uri="{FF2B5EF4-FFF2-40B4-BE49-F238E27FC236}">
                <a16:creationId xmlns:a16="http://schemas.microsoft.com/office/drawing/2014/main" id="{DABC7021-E87B-0B73-07B1-666928B4B917}"/>
              </a:ext>
            </a:extLst>
          </p:cNvPr>
          <p:cNvSpPr>
            <a:spLocks noGrp="1"/>
          </p:cNvSpPr>
          <p:nvPr>
            <p:ph type="body" sz="quarter" idx="36" hasCustomPrompt="1"/>
          </p:nvPr>
        </p:nvSpPr>
        <p:spPr>
          <a:xfrm>
            <a:off x="90297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2B028AD8-4CF2-4196-8A65-CA9402213F34}"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E31267F3-E735-3F79-7AC7-C9575738CD9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28627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am - 4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61932"/>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61932"/>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9" y="1761932"/>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61932"/>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255"/>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2" name="Text Placeholder 29">
            <a:extLst>
              <a:ext uri="{FF2B5EF4-FFF2-40B4-BE49-F238E27FC236}">
                <a16:creationId xmlns:a16="http://schemas.microsoft.com/office/drawing/2014/main" id="{BCB86024-F111-557E-0E55-68FDF7795825}"/>
              </a:ext>
            </a:extLst>
          </p:cNvPr>
          <p:cNvSpPr>
            <a:spLocks noGrp="1"/>
          </p:cNvSpPr>
          <p:nvPr>
            <p:ph type="body" sz="quarter" idx="23" hasCustomPrompt="1"/>
          </p:nvPr>
        </p:nvSpPr>
        <p:spPr>
          <a:xfrm>
            <a:off x="571500" y="4114801"/>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3" name="Text Placeholder 29">
            <a:extLst>
              <a:ext uri="{FF2B5EF4-FFF2-40B4-BE49-F238E27FC236}">
                <a16:creationId xmlns:a16="http://schemas.microsoft.com/office/drawing/2014/main" id="{B50DEAE6-2C58-BC47-506B-B8868DFDAE67}"/>
              </a:ext>
            </a:extLst>
          </p:cNvPr>
          <p:cNvSpPr>
            <a:spLocks noGrp="1"/>
          </p:cNvSpPr>
          <p:nvPr>
            <p:ph type="body" sz="quarter" idx="24" hasCustomPrompt="1"/>
          </p:nvPr>
        </p:nvSpPr>
        <p:spPr>
          <a:xfrm>
            <a:off x="3390319"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4" name="Text Placeholder 29">
            <a:extLst>
              <a:ext uri="{FF2B5EF4-FFF2-40B4-BE49-F238E27FC236}">
                <a16:creationId xmlns:a16="http://schemas.microsoft.com/office/drawing/2014/main" id="{8F21AF40-C706-A292-8F00-E5F596203588}"/>
              </a:ext>
            </a:extLst>
          </p:cNvPr>
          <p:cNvSpPr>
            <a:spLocks noGrp="1"/>
          </p:cNvSpPr>
          <p:nvPr>
            <p:ph type="body" sz="quarter" idx="25" hasCustomPrompt="1"/>
          </p:nvPr>
        </p:nvSpPr>
        <p:spPr>
          <a:xfrm>
            <a:off x="3390319" y="3652255"/>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5" name="Text Placeholder 29">
            <a:extLst>
              <a:ext uri="{FF2B5EF4-FFF2-40B4-BE49-F238E27FC236}">
                <a16:creationId xmlns:a16="http://schemas.microsoft.com/office/drawing/2014/main" id="{C0AF9FB2-1C42-DCB1-8DF0-7DF2EF9E0C49}"/>
              </a:ext>
            </a:extLst>
          </p:cNvPr>
          <p:cNvSpPr>
            <a:spLocks noGrp="1"/>
          </p:cNvSpPr>
          <p:nvPr>
            <p:ph type="body" sz="quarter" idx="26" hasCustomPrompt="1"/>
          </p:nvPr>
        </p:nvSpPr>
        <p:spPr>
          <a:xfrm>
            <a:off x="3390319" y="4114801"/>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6" name="Text Placeholder 29">
            <a:extLst>
              <a:ext uri="{FF2B5EF4-FFF2-40B4-BE49-F238E27FC236}">
                <a16:creationId xmlns:a16="http://schemas.microsoft.com/office/drawing/2014/main" id="{AEDEE7CB-9E7C-F5DB-6191-00C40ABA3DC2}"/>
              </a:ext>
            </a:extLst>
          </p:cNvPr>
          <p:cNvSpPr>
            <a:spLocks noGrp="1"/>
          </p:cNvSpPr>
          <p:nvPr>
            <p:ph type="body" sz="quarter" idx="27" hasCustomPrompt="1"/>
          </p:nvPr>
        </p:nvSpPr>
        <p:spPr>
          <a:xfrm>
            <a:off x="620553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7" name="Text Placeholder 29">
            <a:extLst>
              <a:ext uri="{FF2B5EF4-FFF2-40B4-BE49-F238E27FC236}">
                <a16:creationId xmlns:a16="http://schemas.microsoft.com/office/drawing/2014/main" id="{ABC84951-C16D-031B-A452-860FEA5D4FB9}"/>
              </a:ext>
            </a:extLst>
          </p:cNvPr>
          <p:cNvSpPr>
            <a:spLocks noGrp="1"/>
          </p:cNvSpPr>
          <p:nvPr>
            <p:ph type="body" sz="quarter" idx="28" hasCustomPrompt="1"/>
          </p:nvPr>
        </p:nvSpPr>
        <p:spPr>
          <a:xfrm>
            <a:off x="6205537" y="3652255"/>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8" name="Text Placeholder 29">
            <a:extLst>
              <a:ext uri="{FF2B5EF4-FFF2-40B4-BE49-F238E27FC236}">
                <a16:creationId xmlns:a16="http://schemas.microsoft.com/office/drawing/2014/main" id="{5080CFCE-893F-75AB-B974-5963C9E30D60}"/>
              </a:ext>
            </a:extLst>
          </p:cNvPr>
          <p:cNvSpPr>
            <a:spLocks noGrp="1"/>
          </p:cNvSpPr>
          <p:nvPr>
            <p:ph type="body" sz="quarter" idx="29" hasCustomPrompt="1"/>
          </p:nvPr>
        </p:nvSpPr>
        <p:spPr>
          <a:xfrm>
            <a:off x="6205537" y="4114801"/>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9" name="Text Placeholder 29">
            <a:extLst>
              <a:ext uri="{FF2B5EF4-FFF2-40B4-BE49-F238E27FC236}">
                <a16:creationId xmlns:a16="http://schemas.microsoft.com/office/drawing/2014/main" id="{753E1418-8E20-FE77-9F69-3D8A7C329799}"/>
              </a:ext>
            </a:extLst>
          </p:cNvPr>
          <p:cNvSpPr>
            <a:spLocks noGrp="1"/>
          </p:cNvSpPr>
          <p:nvPr>
            <p:ph type="body" sz="quarter" idx="30" hasCustomPrompt="1"/>
          </p:nvPr>
        </p:nvSpPr>
        <p:spPr>
          <a:xfrm>
            <a:off x="902795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60" name="Text Placeholder 29">
            <a:extLst>
              <a:ext uri="{FF2B5EF4-FFF2-40B4-BE49-F238E27FC236}">
                <a16:creationId xmlns:a16="http://schemas.microsoft.com/office/drawing/2014/main" id="{D590C100-6B2C-FC2E-D160-987DC43723DB}"/>
              </a:ext>
            </a:extLst>
          </p:cNvPr>
          <p:cNvSpPr>
            <a:spLocks noGrp="1"/>
          </p:cNvSpPr>
          <p:nvPr>
            <p:ph type="body" sz="quarter" idx="31" hasCustomPrompt="1"/>
          </p:nvPr>
        </p:nvSpPr>
        <p:spPr>
          <a:xfrm>
            <a:off x="9027957" y="3652255"/>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61" name="Text Placeholder 29">
            <a:extLst>
              <a:ext uri="{FF2B5EF4-FFF2-40B4-BE49-F238E27FC236}">
                <a16:creationId xmlns:a16="http://schemas.microsoft.com/office/drawing/2014/main" id="{4595D31D-B356-2316-C6C1-64C52CAF31BE}"/>
              </a:ext>
            </a:extLst>
          </p:cNvPr>
          <p:cNvSpPr>
            <a:spLocks noGrp="1"/>
          </p:cNvSpPr>
          <p:nvPr>
            <p:ph type="body" sz="quarter" idx="32" hasCustomPrompt="1"/>
          </p:nvPr>
        </p:nvSpPr>
        <p:spPr>
          <a:xfrm>
            <a:off x="9027957" y="4114801"/>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0B443848-4945-4173-A7DE-F060D70BDD13}"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80D9BCA4-CA11-332E-A634-2B2C259973E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94803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 4 person w/ shap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41625B9-4393-E3F8-60AD-189265D68CBE}"/>
              </a:ext>
              <a:ext uri="{C183D7F6-B498-43B3-948B-1728B52AA6E4}">
                <adec:decorative xmlns:adec="http://schemas.microsoft.com/office/drawing/2017/decorative" val="1"/>
              </a:ext>
            </a:extLst>
          </p:cNvPr>
          <p:cNvGrpSpPr/>
          <p:nvPr userDrawn="1"/>
        </p:nvGrpSpPr>
        <p:grpSpPr>
          <a:xfrm>
            <a:off x="12443986" y="1"/>
            <a:ext cx="3077431" cy="6857996"/>
            <a:chOff x="12443985" y="0"/>
            <a:chExt cx="3077430" cy="6857996"/>
          </a:xfrm>
        </p:grpSpPr>
        <p:sp>
          <p:nvSpPr>
            <p:cNvPr id="7" name="Rectangle 6">
              <a:extLst>
                <a:ext uri="{FF2B5EF4-FFF2-40B4-BE49-F238E27FC236}">
                  <a16:creationId xmlns:a16="http://schemas.microsoft.com/office/drawing/2014/main" id="{F0C06CE7-4ACB-7ACE-9E76-179C05E056B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1" indent="-174621">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1" indent="-174621">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1" indent="-174621">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marL="174621" indent="-174621">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1" indent="-174621">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8" name="Group 7">
              <a:extLst>
                <a:ext uri="{FF2B5EF4-FFF2-40B4-BE49-F238E27FC236}">
                  <a16:creationId xmlns:a16="http://schemas.microsoft.com/office/drawing/2014/main" id="{F2DE4F75-D911-6EE8-7F0A-8B8C20927A2D}"/>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43E7339E-DD20-5091-5CA0-6E76AD093B22}"/>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55DF4968-614F-C275-0E82-43C2D34AD314}"/>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
        <p:nvSpPr>
          <p:cNvPr id="23" name="Text Placeholder 22">
            <a:extLst>
              <a:ext uri="{FF2B5EF4-FFF2-40B4-BE49-F238E27FC236}">
                <a16:creationId xmlns:a16="http://schemas.microsoft.com/office/drawing/2014/main" id="{2D363E5E-49E6-EE0A-E24E-20695AC8D63D}"/>
              </a:ext>
              <a:ext uri="{C183D7F6-B498-43B3-948B-1728B52AA6E4}">
                <adec:decorative xmlns:adec="http://schemas.microsoft.com/office/drawing/2017/decorative" val="1"/>
              </a:ext>
            </a:extLst>
          </p:cNvPr>
          <p:cNvSpPr>
            <a:spLocks noGrp="1"/>
          </p:cNvSpPr>
          <p:nvPr>
            <p:ph type="body" sz="quarter" idx="38"/>
          </p:nvPr>
        </p:nvSpPr>
        <p:spPr>
          <a:xfrm>
            <a:off x="7513739" y="0"/>
            <a:ext cx="4338333" cy="6858000"/>
          </a:xfrm>
          <a:custGeom>
            <a:avLst/>
            <a:gdLst>
              <a:gd name="connsiteX0" fmla="*/ 868715 w 4338333"/>
              <a:gd name="connsiteY0" fmla="*/ 0 h 6858000"/>
              <a:gd name="connsiteX1" fmla="*/ 1558917 w 4338333"/>
              <a:gd name="connsiteY1" fmla="*/ 0 h 6858000"/>
              <a:gd name="connsiteX2" fmla="*/ 709870 w 4338333"/>
              <a:gd name="connsiteY2" fmla="*/ 1543003 h 6858000"/>
              <a:gd name="connsiteX3" fmla="*/ 1043440 w 4338333"/>
              <a:gd name="connsiteY3" fmla="*/ 2692852 h 6858000"/>
              <a:gd name="connsiteX4" fmla="*/ 3586424 w 4338333"/>
              <a:gd name="connsiteY4" fmla="*/ 4092206 h 6858000"/>
              <a:gd name="connsiteX5" fmla="*/ 3586439 w 4338333"/>
              <a:gd name="connsiteY5" fmla="*/ 4092121 h 6858000"/>
              <a:gd name="connsiteX6" fmla="*/ 4158277 w 4338333"/>
              <a:gd name="connsiteY6" fmla="*/ 6063302 h 6858000"/>
              <a:gd name="connsiteX7" fmla="*/ 3720979 w 4338333"/>
              <a:gd name="connsiteY7" fmla="*/ 6858000 h 6858000"/>
              <a:gd name="connsiteX8" fmla="*/ 3030809 w 4338333"/>
              <a:gd name="connsiteY8" fmla="*/ 6858000 h 6858000"/>
              <a:gd name="connsiteX9" fmla="*/ 3628486 w 4338333"/>
              <a:gd name="connsiteY9" fmla="*/ 5771869 h 6858000"/>
              <a:gd name="connsiteX10" fmla="*/ 3294915 w 4338333"/>
              <a:gd name="connsiteY10" fmla="*/ 4622019 h 6858000"/>
              <a:gd name="connsiteX11" fmla="*/ 751895 w 4338333"/>
              <a:gd name="connsiteY11" fmla="*/ 3222676 h 6858000"/>
              <a:gd name="connsiteX12" fmla="*/ 180057 w 4338333"/>
              <a:gd name="connsiteY12" fmla="*/ 12514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8333" h="6858000">
                <a:moveTo>
                  <a:pt x="868715" y="0"/>
                </a:moveTo>
                <a:lnTo>
                  <a:pt x="1558917" y="0"/>
                </a:lnTo>
                <a:lnTo>
                  <a:pt x="709870" y="1543003"/>
                </a:lnTo>
                <a:cubicBezTo>
                  <a:pt x="484459" y="1952642"/>
                  <a:pt x="633801" y="2467440"/>
                  <a:pt x="1043440" y="2692852"/>
                </a:cubicBezTo>
                <a:lnTo>
                  <a:pt x="3586424" y="4092206"/>
                </a:lnTo>
                <a:lnTo>
                  <a:pt x="3586439" y="4092121"/>
                </a:lnTo>
                <a:cubicBezTo>
                  <a:pt x="4288668" y="4478565"/>
                  <a:pt x="4544686" y="5361086"/>
                  <a:pt x="4158277" y="6063302"/>
                </a:cubicBezTo>
                <a:lnTo>
                  <a:pt x="3720979" y="6858000"/>
                </a:lnTo>
                <a:lnTo>
                  <a:pt x="3030809" y="6858000"/>
                </a:lnTo>
                <a:lnTo>
                  <a:pt x="3628486" y="5771869"/>
                </a:lnTo>
                <a:cubicBezTo>
                  <a:pt x="3853898" y="5362230"/>
                  <a:pt x="3704555" y="4847430"/>
                  <a:pt x="3294915" y="4622019"/>
                </a:cubicBezTo>
                <a:lnTo>
                  <a:pt x="751895" y="3222676"/>
                </a:lnTo>
                <a:cubicBezTo>
                  <a:pt x="49666" y="2836231"/>
                  <a:pt x="-206351" y="1953712"/>
                  <a:pt x="180057" y="1251495"/>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506A0EAF-FE1F-201F-A700-DD3EBC8F4FF1}"/>
              </a:ext>
              <a:ext uri="{C183D7F6-B498-43B3-948B-1728B52AA6E4}">
                <adec:decorative xmlns:adec="http://schemas.microsoft.com/office/drawing/2017/decorative" val="1"/>
              </a:ext>
            </a:extLst>
          </p:cNvPr>
          <p:cNvSpPr>
            <a:spLocks noGrp="1"/>
          </p:cNvSpPr>
          <p:nvPr>
            <p:ph type="pic" sz="quarter" idx="13"/>
          </p:nvPr>
        </p:nvSpPr>
        <p:spPr>
          <a:xfrm>
            <a:off x="571500" y="1762126"/>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0506C182-28E4-A150-CAF7-DD168C08E9A6}"/>
              </a:ext>
              <a:ext uri="{C183D7F6-B498-43B3-948B-1728B52AA6E4}">
                <adec:decorative xmlns:adec="http://schemas.microsoft.com/office/drawing/2017/decorative" val="1"/>
              </a:ext>
            </a:extLst>
          </p:cNvPr>
          <p:cNvSpPr>
            <a:spLocks noGrp="1"/>
          </p:cNvSpPr>
          <p:nvPr>
            <p:ph type="pic" sz="quarter" idx="14"/>
          </p:nvPr>
        </p:nvSpPr>
        <p:spPr>
          <a:xfrm>
            <a:off x="6238773" y="1762126"/>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1659FD7B-65AE-308F-0507-2F6A5A8E8D51}"/>
              </a:ext>
              <a:ext uri="{C183D7F6-B498-43B3-948B-1728B52AA6E4}">
                <adec:decorative xmlns:adec="http://schemas.microsoft.com/office/drawing/2017/decorative" val="1"/>
              </a:ext>
            </a:extLst>
          </p:cNvPr>
          <p:cNvSpPr>
            <a:spLocks noGrp="1"/>
          </p:cNvSpPr>
          <p:nvPr>
            <p:ph type="pic" sz="quarter" idx="15"/>
          </p:nvPr>
        </p:nvSpPr>
        <p:spPr>
          <a:xfrm>
            <a:off x="571500" y="4218171"/>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7" name="Picture Placeholder 26">
            <a:extLst>
              <a:ext uri="{FF2B5EF4-FFF2-40B4-BE49-F238E27FC236}">
                <a16:creationId xmlns:a16="http://schemas.microsoft.com/office/drawing/2014/main" id="{CE6231C8-8C1E-C76A-72A0-8ABB1B1F2B91}"/>
              </a:ext>
              <a:ext uri="{C183D7F6-B498-43B3-948B-1728B52AA6E4}">
                <adec:decorative xmlns:adec="http://schemas.microsoft.com/office/drawing/2017/decorative" val="1"/>
              </a:ext>
            </a:extLst>
          </p:cNvPr>
          <p:cNvSpPr>
            <a:spLocks noGrp="1"/>
          </p:cNvSpPr>
          <p:nvPr>
            <p:ph type="pic" sz="quarter" idx="16"/>
          </p:nvPr>
        </p:nvSpPr>
        <p:spPr>
          <a:xfrm>
            <a:off x="6238773" y="4218171"/>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75D1B7E5-EAD4-76CB-D39C-FCCA6F3E6E5C}"/>
              </a:ext>
            </a:extLst>
          </p:cNvPr>
          <p:cNvSpPr>
            <a:spLocks noGrp="1"/>
          </p:cNvSpPr>
          <p:nvPr>
            <p:ph type="title"/>
          </p:nvPr>
        </p:nvSpPr>
        <p:spPr>
          <a:xfrm>
            <a:off x="571500" y="571502"/>
            <a:ext cx="11049000" cy="811996"/>
          </a:xfrm>
        </p:spPr>
        <p:txBody>
          <a:bodyPr/>
          <a:lstStyle/>
          <a:p>
            <a:r>
              <a:rPr lang="en-US"/>
              <a:t>Click to edit Master title style</a:t>
            </a:r>
          </a:p>
        </p:txBody>
      </p:sp>
      <p:sp>
        <p:nvSpPr>
          <p:cNvPr id="28" name="Text Placeholder 29">
            <a:extLst>
              <a:ext uri="{FF2B5EF4-FFF2-40B4-BE49-F238E27FC236}">
                <a16:creationId xmlns:a16="http://schemas.microsoft.com/office/drawing/2014/main" id="{C7B09D6C-1E31-88D1-F191-C0911F3BF41C}"/>
              </a:ext>
            </a:extLst>
          </p:cNvPr>
          <p:cNvSpPr>
            <a:spLocks noGrp="1"/>
          </p:cNvSpPr>
          <p:nvPr>
            <p:ph type="body" sz="quarter" idx="21" hasCustomPrompt="1"/>
          </p:nvPr>
        </p:nvSpPr>
        <p:spPr>
          <a:xfrm>
            <a:off x="3415285" y="1890529"/>
            <a:ext cx="2363724" cy="504659"/>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29" name="Text Placeholder 29">
            <a:extLst>
              <a:ext uri="{FF2B5EF4-FFF2-40B4-BE49-F238E27FC236}">
                <a16:creationId xmlns:a16="http://schemas.microsoft.com/office/drawing/2014/main" id="{320BFB83-6A55-5691-C4B0-3F7416554927}"/>
              </a:ext>
            </a:extLst>
          </p:cNvPr>
          <p:cNvSpPr>
            <a:spLocks noGrp="1"/>
          </p:cNvSpPr>
          <p:nvPr>
            <p:ph type="body" sz="quarter" idx="22" hasCustomPrompt="1"/>
          </p:nvPr>
        </p:nvSpPr>
        <p:spPr>
          <a:xfrm>
            <a:off x="3415285" y="2449331"/>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0" name="Text Placeholder 29">
            <a:extLst>
              <a:ext uri="{FF2B5EF4-FFF2-40B4-BE49-F238E27FC236}">
                <a16:creationId xmlns:a16="http://schemas.microsoft.com/office/drawing/2014/main" id="{50C6830F-D0AB-D117-86FE-AC716B9D3BD4}"/>
              </a:ext>
            </a:extLst>
          </p:cNvPr>
          <p:cNvSpPr>
            <a:spLocks noGrp="1"/>
          </p:cNvSpPr>
          <p:nvPr>
            <p:ph type="body" sz="quarter" idx="23" hasCustomPrompt="1"/>
          </p:nvPr>
        </p:nvSpPr>
        <p:spPr>
          <a:xfrm>
            <a:off x="3415285" y="2818435"/>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2" name="Text Placeholder 29">
            <a:extLst>
              <a:ext uri="{FF2B5EF4-FFF2-40B4-BE49-F238E27FC236}">
                <a16:creationId xmlns:a16="http://schemas.microsoft.com/office/drawing/2014/main" id="{3ED25CCF-5A2F-84CE-387F-5F481D6A23C2}"/>
              </a:ext>
            </a:extLst>
          </p:cNvPr>
          <p:cNvSpPr>
            <a:spLocks noGrp="1"/>
          </p:cNvSpPr>
          <p:nvPr>
            <p:ph type="body" sz="quarter" idx="24" hasCustomPrompt="1"/>
          </p:nvPr>
        </p:nvSpPr>
        <p:spPr>
          <a:xfrm>
            <a:off x="9029701" y="1890529"/>
            <a:ext cx="2363724" cy="504659"/>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3" name="Text Placeholder 29">
            <a:extLst>
              <a:ext uri="{FF2B5EF4-FFF2-40B4-BE49-F238E27FC236}">
                <a16:creationId xmlns:a16="http://schemas.microsoft.com/office/drawing/2014/main" id="{AD5F2723-D00A-AF22-CD14-B72733F8272E}"/>
              </a:ext>
            </a:extLst>
          </p:cNvPr>
          <p:cNvSpPr>
            <a:spLocks noGrp="1"/>
          </p:cNvSpPr>
          <p:nvPr>
            <p:ph type="body" sz="quarter" idx="25" hasCustomPrompt="1"/>
          </p:nvPr>
        </p:nvSpPr>
        <p:spPr>
          <a:xfrm>
            <a:off x="9029701" y="2449331"/>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4" name="Text Placeholder 29">
            <a:extLst>
              <a:ext uri="{FF2B5EF4-FFF2-40B4-BE49-F238E27FC236}">
                <a16:creationId xmlns:a16="http://schemas.microsoft.com/office/drawing/2014/main" id="{AD8C0D09-5C2D-1DD2-1F5F-5839528725EA}"/>
              </a:ext>
            </a:extLst>
          </p:cNvPr>
          <p:cNvSpPr>
            <a:spLocks noGrp="1"/>
          </p:cNvSpPr>
          <p:nvPr>
            <p:ph type="body" sz="quarter" idx="26" hasCustomPrompt="1"/>
          </p:nvPr>
        </p:nvSpPr>
        <p:spPr>
          <a:xfrm>
            <a:off x="9029701" y="2818435"/>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5" name="Text Placeholder 29">
            <a:extLst>
              <a:ext uri="{FF2B5EF4-FFF2-40B4-BE49-F238E27FC236}">
                <a16:creationId xmlns:a16="http://schemas.microsoft.com/office/drawing/2014/main" id="{DEC876F0-1AA1-A3E2-EC2B-11FDFAB8CC7E}"/>
              </a:ext>
            </a:extLst>
          </p:cNvPr>
          <p:cNvSpPr>
            <a:spLocks noGrp="1"/>
          </p:cNvSpPr>
          <p:nvPr>
            <p:ph type="body" sz="quarter" idx="27" hasCustomPrompt="1"/>
          </p:nvPr>
        </p:nvSpPr>
        <p:spPr>
          <a:xfrm>
            <a:off x="3415285" y="4346575"/>
            <a:ext cx="2363724" cy="504659"/>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E0A73F5B-D18A-30F7-DB3A-CC53569088EB}"/>
              </a:ext>
            </a:extLst>
          </p:cNvPr>
          <p:cNvSpPr>
            <a:spLocks noGrp="1"/>
          </p:cNvSpPr>
          <p:nvPr>
            <p:ph type="body" sz="quarter" idx="28" hasCustomPrompt="1"/>
          </p:nvPr>
        </p:nvSpPr>
        <p:spPr>
          <a:xfrm>
            <a:off x="3415285"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2A7B1F0A-1695-F042-987C-9C516EBA6E27}"/>
              </a:ext>
            </a:extLst>
          </p:cNvPr>
          <p:cNvSpPr>
            <a:spLocks noGrp="1"/>
          </p:cNvSpPr>
          <p:nvPr>
            <p:ph type="body" sz="quarter" idx="29" hasCustomPrompt="1"/>
          </p:nvPr>
        </p:nvSpPr>
        <p:spPr>
          <a:xfrm>
            <a:off x="3415285" y="5274482"/>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8" name="Text Placeholder 29">
            <a:extLst>
              <a:ext uri="{FF2B5EF4-FFF2-40B4-BE49-F238E27FC236}">
                <a16:creationId xmlns:a16="http://schemas.microsoft.com/office/drawing/2014/main" id="{E1EEB885-29BB-5000-B0B9-7EB826FBE62B}"/>
              </a:ext>
            </a:extLst>
          </p:cNvPr>
          <p:cNvSpPr>
            <a:spLocks noGrp="1"/>
          </p:cNvSpPr>
          <p:nvPr>
            <p:ph type="body" sz="quarter" idx="30" hasCustomPrompt="1"/>
          </p:nvPr>
        </p:nvSpPr>
        <p:spPr>
          <a:xfrm>
            <a:off x="9029701" y="4346575"/>
            <a:ext cx="2363724" cy="504659"/>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9" name="Text Placeholder 29">
            <a:extLst>
              <a:ext uri="{FF2B5EF4-FFF2-40B4-BE49-F238E27FC236}">
                <a16:creationId xmlns:a16="http://schemas.microsoft.com/office/drawing/2014/main" id="{4487B338-D044-4463-E4B7-C740382E1D5D}"/>
              </a:ext>
            </a:extLst>
          </p:cNvPr>
          <p:cNvSpPr>
            <a:spLocks noGrp="1"/>
          </p:cNvSpPr>
          <p:nvPr>
            <p:ph type="body" sz="quarter" idx="31" hasCustomPrompt="1"/>
          </p:nvPr>
        </p:nvSpPr>
        <p:spPr>
          <a:xfrm>
            <a:off x="9029701"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0" name="Text Placeholder 29">
            <a:extLst>
              <a:ext uri="{FF2B5EF4-FFF2-40B4-BE49-F238E27FC236}">
                <a16:creationId xmlns:a16="http://schemas.microsoft.com/office/drawing/2014/main" id="{26C97FD7-12D4-4A50-F5CF-FA9144C7BC86}"/>
              </a:ext>
            </a:extLst>
          </p:cNvPr>
          <p:cNvSpPr>
            <a:spLocks noGrp="1"/>
          </p:cNvSpPr>
          <p:nvPr>
            <p:ph type="body" sz="quarter" idx="32" hasCustomPrompt="1"/>
          </p:nvPr>
        </p:nvSpPr>
        <p:spPr>
          <a:xfrm>
            <a:off x="9029701" y="5274482"/>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9F3A52C8-2D44-6D60-6E10-B7020A36133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9019F079-AF58-93B3-C64F-359B26110959}"/>
              </a:ext>
              <a:ext uri="{C183D7F6-B498-43B3-948B-1728B52AA6E4}">
                <adec:decorative xmlns:adec="http://schemas.microsoft.com/office/drawing/2017/decorative" val="1"/>
              </a:ext>
            </a:extLst>
          </p:cNvPr>
          <p:cNvSpPr>
            <a:spLocks noGrp="1"/>
          </p:cNvSpPr>
          <p:nvPr>
            <p:ph type="dt" sz="half" idx="11"/>
          </p:nvPr>
        </p:nvSpPr>
        <p:spPr/>
        <p:txBody>
          <a:bodyPr/>
          <a:lstStyle/>
          <a:p>
            <a:fld id="{7A7E3F2A-E245-4470-B0FD-BD5E47E1890B}" type="datetimeyyyy">
              <a:rPr lang="en-US" smtClean="0"/>
              <a:t>2026</a:t>
            </a:fld>
            <a:endParaRPr lang="en-US"/>
          </a:p>
        </p:txBody>
      </p:sp>
      <p:sp>
        <p:nvSpPr>
          <p:cNvPr id="5" name="Slide Number Placeholder 4">
            <a:extLst>
              <a:ext uri="{FF2B5EF4-FFF2-40B4-BE49-F238E27FC236}">
                <a16:creationId xmlns:a16="http://schemas.microsoft.com/office/drawing/2014/main" id="{1BAA3A45-16AC-4EB1-489C-37DD301A233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5735189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37E1F2-21C5-4EF7-034F-863A1FA79B68}"/>
              </a:ext>
            </a:extLst>
          </p:cNvPr>
          <p:cNvSpPr>
            <a:spLocks noGrp="1"/>
          </p:cNvSpPr>
          <p:nvPr>
            <p:ph type="title"/>
          </p:nvPr>
        </p:nvSpPr>
        <p:spPr>
          <a:xfrm>
            <a:off x="571500" y="571502"/>
            <a:ext cx="4470400" cy="1509885"/>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3608"/>
            <a:ext cx="44704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2943031"/>
            <a:ext cx="1651000" cy="981268"/>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13744CA5-DA43-852C-4ED6-6F5BA9AF0DCD}"/>
              </a:ext>
            </a:extLst>
          </p:cNvPr>
          <p:cNvSpPr>
            <a:spLocks noGrp="1"/>
          </p:cNvSpPr>
          <p:nvPr>
            <p:ph type="body" sz="quarter" idx="15"/>
          </p:nvPr>
        </p:nvSpPr>
        <p:spPr>
          <a:xfrm>
            <a:off x="2451100" y="2943031"/>
            <a:ext cx="1651000" cy="981268"/>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6" name="Text Placeholder 13">
            <a:extLst>
              <a:ext uri="{FF2B5EF4-FFF2-40B4-BE49-F238E27FC236}">
                <a16:creationId xmlns:a16="http://schemas.microsoft.com/office/drawing/2014/main" id="{97A67808-DA53-97D4-CD87-DCE5FB9BAE6A}"/>
              </a:ext>
            </a:extLst>
          </p:cNvPr>
          <p:cNvSpPr>
            <a:spLocks noGrp="1"/>
          </p:cNvSpPr>
          <p:nvPr>
            <p:ph type="body" sz="quarter" idx="16"/>
          </p:nvPr>
        </p:nvSpPr>
        <p:spPr>
          <a:xfrm>
            <a:off x="571500" y="4114798"/>
            <a:ext cx="1651000" cy="980623"/>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7" name="Text Placeholder 13">
            <a:extLst>
              <a:ext uri="{FF2B5EF4-FFF2-40B4-BE49-F238E27FC236}">
                <a16:creationId xmlns:a16="http://schemas.microsoft.com/office/drawing/2014/main" id="{A88B629E-A765-6008-E6E4-91BA2D0A49F3}"/>
              </a:ext>
            </a:extLst>
          </p:cNvPr>
          <p:cNvSpPr>
            <a:spLocks noGrp="1"/>
          </p:cNvSpPr>
          <p:nvPr>
            <p:ph type="body" sz="quarter" idx="17"/>
          </p:nvPr>
        </p:nvSpPr>
        <p:spPr>
          <a:xfrm>
            <a:off x="2451100" y="4114798"/>
            <a:ext cx="1651000" cy="980623"/>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 uri="{C183D7F6-B498-43B3-948B-1728B52AA6E4}">
                <adec:decorative xmlns:adec="http://schemas.microsoft.com/office/drawing/2017/decorative" val="0"/>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C43B174-C524-4093-8BF8-E98777F91AA9}" type="datetimeyyyy">
              <a:rPr lang="en-US" smtClean="0"/>
              <a:t>2026</a:t>
            </a:fld>
            <a:endParaRPr lang="en-US"/>
          </a:p>
        </p:txBody>
      </p:sp>
    </p:spTree>
    <p:extLst>
      <p:ext uri="{BB962C8B-B14F-4D97-AF65-F5344CB8AC3E}">
        <p14:creationId xmlns:p14="http://schemas.microsoft.com/office/powerpoint/2010/main" val="4063467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righ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229D9-8EB6-4FB4-8418-1779953A3564}"/>
              </a:ext>
            </a:extLst>
          </p:cNvPr>
          <p:cNvSpPr>
            <a:spLocks noGrp="1"/>
          </p:cNvSpPr>
          <p:nvPr>
            <p:ph type="title"/>
          </p:nvPr>
        </p:nvSpPr>
        <p:spPr>
          <a:xfrm>
            <a:off x="571500" y="571501"/>
            <a:ext cx="4470400" cy="1497329"/>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6000"/>
            <a:ext cx="44704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4114801"/>
            <a:ext cx="4470400" cy="2171700"/>
          </a:xfrm>
        </p:spPr>
        <p:txBody>
          <a:bodyPr/>
          <a:lstStyle>
            <a:lvl1pPr marL="0" indent="0">
              <a:buNone/>
              <a:defRPr sz="14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623D960-D293-41E6-A8A3-B3C44C04DBE1}" type="datetimeyyyy">
              <a:rPr lang="en-US" smtClean="0"/>
              <a:t>2026</a:t>
            </a:fld>
            <a:endParaRPr lang="en-US"/>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1409764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B2AB18-C027-F9C0-44AF-60C2A249C0D1}"/>
              </a:ext>
            </a:extLst>
          </p:cNvPr>
          <p:cNvSpPr>
            <a:spLocks noGrp="1"/>
          </p:cNvSpPr>
          <p:nvPr>
            <p:ph type="title"/>
          </p:nvPr>
        </p:nvSpPr>
        <p:spPr/>
        <p:txBody>
          <a:bodyPr/>
          <a:lstStyle/>
          <a:p>
            <a:r>
              <a:rPr lang="en-US"/>
              <a:t>Click to edit Master title style</a:t>
            </a:r>
          </a:p>
        </p:txBody>
      </p:sp>
      <p:sp>
        <p:nvSpPr>
          <p:cNvPr id="16" name="Text Placeholder 13">
            <a:extLst>
              <a:ext uri="{FF2B5EF4-FFF2-40B4-BE49-F238E27FC236}">
                <a16:creationId xmlns:a16="http://schemas.microsoft.com/office/drawing/2014/main" id="{80F5F842-5C3D-54CD-F990-11896C740B6D}"/>
              </a:ext>
            </a:extLst>
          </p:cNvPr>
          <p:cNvSpPr>
            <a:spLocks noGrp="1"/>
          </p:cNvSpPr>
          <p:nvPr>
            <p:ph type="body" sz="quarter" idx="18"/>
          </p:nvPr>
        </p:nvSpPr>
        <p:spPr>
          <a:xfrm>
            <a:off x="571500" y="1752601"/>
            <a:ext cx="11049000" cy="457200"/>
          </a:xfrm>
        </p:spPr>
        <p:txBody>
          <a:bodyPr/>
          <a:lstStyle>
            <a:lvl1pPr marL="0" indent="0">
              <a:buNone/>
              <a:defRPr sz="1200" b="1" cap="all" spc="151" baseline="0">
                <a:solidFill>
                  <a:schemeClr val="accent1"/>
                </a:solidFill>
              </a:defRPr>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8" name="Chart Placeholder 17">
            <a:extLst>
              <a:ext uri="{FF2B5EF4-FFF2-40B4-BE49-F238E27FC236}">
                <a16:creationId xmlns:a16="http://schemas.microsoft.com/office/drawing/2014/main" id="{40F477FE-DE1B-B705-DA9D-CA5D1127C9E2}"/>
              </a:ext>
            </a:extLst>
          </p:cNvPr>
          <p:cNvSpPr>
            <a:spLocks noGrp="1"/>
          </p:cNvSpPr>
          <p:nvPr>
            <p:ph type="chart" sz="quarter" idx="19"/>
          </p:nvPr>
        </p:nvSpPr>
        <p:spPr>
          <a:xfrm>
            <a:off x="571499" y="2426973"/>
            <a:ext cx="11049000" cy="2679751"/>
          </a:xfrm>
        </p:spPr>
        <p:txBody>
          <a:bodyPr/>
          <a:lstStyle>
            <a:lvl1pPr marL="0" indent="0">
              <a:buNone/>
              <a:defRPr sz="1400"/>
            </a:lvl1pPr>
          </a:lstStyle>
          <a:p>
            <a:r>
              <a:rPr lang="en-US"/>
              <a:t>Click icon to add chart</a:t>
            </a:r>
          </a:p>
        </p:txBody>
      </p:sp>
      <p:sp>
        <p:nvSpPr>
          <p:cNvPr id="12" name="Text Placeholder 13">
            <a:extLst>
              <a:ext uri="{FF2B5EF4-FFF2-40B4-BE49-F238E27FC236}">
                <a16:creationId xmlns:a16="http://schemas.microsoft.com/office/drawing/2014/main" id="{D23B8D11-F0D0-9E49-D780-D95250CB95E7}"/>
              </a:ext>
            </a:extLst>
          </p:cNvPr>
          <p:cNvSpPr>
            <a:spLocks noGrp="1"/>
          </p:cNvSpPr>
          <p:nvPr>
            <p:ph type="body" sz="quarter" idx="14"/>
          </p:nvPr>
        </p:nvSpPr>
        <p:spPr>
          <a:xfrm>
            <a:off x="571500" y="5295902"/>
            <a:ext cx="2590800" cy="990599"/>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3" name="Text Placeholder 13">
            <a:extLst>
              <a:ext uri="{FF2B5EF4-FFF2-40B4-BE49-F238E27FC236}">
                <a16:creationId xmlns:a16="http://schemas.microsoft.com/office/drawing/2014/main" id="{06435C4E-9CF4-8E6B-07C7-B67C32B83496}"/>
              </a:ext>
            </a:extLst>
          </p:cNvPr>
          <p:cNvSpPr>
            <a:spLocks noGrp="1"/>
          </p:cNvSpPr>
          <p:nvPr>
            <p:ph type="body" sz="quarter" idx="15"/>
          </p:nvPr>
        </p:nvSpPr>
        <p:spPr>
          <a:xfrm>
            <a:off x="3390900" y="5295902"/>
            <a:ext cx="2590800" cy="990599"/>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4" name="Text Placeholder 13">
            <a:extLst>
              <a:ext uri="{FF2B5EF4-FFF2-40B4-BE49-F238E27FC236}">
                <a16:creationId xmlns:a16="http://schemas.microsoft.com/office/drawing/2014/main" id="{02A9E9F2-9991-1F6B-4DDA-F4871CF8CA34}"/>
              </a:ext>
            </a:extLst>
          </p:cNvPr>
          <p:cNvSpPr>
            <a:spLocks noGrp="1"/>
          </p:cNvSpPr>
          <p:nvPr>
            <p:ph type="body" sz="quarter" idx="16"/>
          </p:nvPr>
        </p:nvSpPr>
        <p:spPr>
          <a:xfrm>
            <a:off x="6210300" y="5295902"/>
            <a:ext cx="2590800" cy="990599"/>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C606F0E7-6085-6A74-ED76-8108DFFE19E9}"/>
              </a:ext>
            </a:extLst>
          </p:cNvPr>
          <p:cNvSpPr>
            <a:spLocks noGrp="1"/>
          </p:cNvSpPr>
          <p:nvPr>
            <p:ph type="body" sz="quarter" idx="17"/>
          </p:nvPr>
        </p:nvSpPr>
        <p:spPr>
          <a:xfrm>
            <a:off x="9029699" y="5295902"/>
            <a:ext cx="2590800" cy="990599"/>
          </a:xfrm>
        </p:spPr>
        <p:txBody>
          <a:bodyPr/>
          <a:lstStyle>
            <a:lvl1pPr marL="0" indent="0">
              <a:buNone/>
              <a:defRPr sz="1200"/>
            </a:lvl1pPr>
            <a:lvl2pPr marL="227006" indent="0">
              <a:buNone/>
              <a:defRPr sz="1200"/>
            </a:lvl2pPr>
            <a:lvl3pPr marL="460363" indent="0">
              <a:buNone/>
              <a:defRPr sz="1200"/>
            </a:lvl3pPr>
            <a:lvl4pPr marL="625459" indent="0">
              <a:buNone/>
              <a:defRPr sz="1200"/>
            </a:lvl4pPr>
            <a:lvl5pPr marL="798493" indent="0">
              <a:buNone/>
              <a:defRPr sz="1200"/>
            </a:lvl5pPr>
          </a:lstStyle>
          <a:p>
            <a:pPr lvl="0"/>
            <a:r>
              <a:rPr lang="en-US"/>
              <a:t>Click to edit Master text styles</a:t>
            </a:r>
          </a:p>
        </p:txBody>
      </p:sp>
      <p:sp>
        <p:nvSpPr>
          <p:cNvPr id="3" name="Footer Placeholder 2">
            <a:extLst>
              <a:ext uri="{FF2B5EF4-FFF2-40B4-BE49-F238E27FC236}">
                <a16:creationId xmlns:a16="http://schemas.microsoft.com/office/drawing/2014/main" id="{14BDE212-F330-FC7D-6D5B-C8DC1F1F1EB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53DFA9B-B82D-4565-0656-280DB1B2F5EA}"/>
              </a:ext>
              <a:ext uri="{C183D7F6-B498-43B3-948B-1728B52AA6E4}">
                <adec:decorative xmlns:adec="http://schemas.microsoft.com/office/drawing/2017/decorative" val="1"/>
              </a:ext>
            </a:extLst>
          </p:cNvPr>
          <p:cNvSpPr>
            <a:spLocks noGrp="1"/>
          </p:cNvSpPr>
          <p:nvPr>
            <p:ph type="dt" sz="half" idx="11"/>
          </p:nvPr>
        </p:nvSpPr>
        <p:spPr/>
        <p:txBody>
          <a:bodyPr/>
          <a:lstStyle/>
          <a:p>
            <a:fld id="{751FF448-7BD4-4A3C-887C-8315F8261568}" type="datetimeyyyy">
              <a:rPr lang="en-US" smtClean="0"/>
              <a:t>2026</a:t>
            </a:fld>
            <a:endParaRPr lang="en-US"/>
          </a:p>
        </p:txBody>
      </p:sp>
      <p:sp>
        <p:nvSpPr>
          <p:cNvPr id="5" name="Slide Number Placeholder 4">
            <a:extLst>
              <a:ext uri="{FF2B5EF4-FFF2-40B4-BE49-F238E27FC236}">
                <a16:creationId xmlns:a16="http://schemas.microsoft.com/office/drawing/2014/main" id="{9DEC7FC2-9C6E-D8AB-DD0B-79D0E2499F5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840833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DACD981F-320C-42DF-ABA7-85C0575B7353}"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8" name="Table Placeholder 7">
            <a:extLst>
              <a:ext uri="{FF2B5EF4-FFF2-40B4-BE49-F238E27FC236}">
                <a16:creationId xmlns:a16="http://schemas.microsoft.com/office/drawing/2014/main" id="{DA8972DC-88B1-3220-E576-DCAE491F1082}"/>
              </a:ext>
            </a:extLst>
          </p:cNvPr>
          <p:cNvSpPr>
            <a:spLocks noGrp="1"/>
          </p:cNvSpPr>
          <p:nvPr>
            <p:ph type="tbl" sz="quarter" idx="14"/>
          </p:nvPr>
        </p:nvSpPr>
        <p:spPr>
          <a:xfrm>
            <a:off x="571500" y="1752601"/>
            <a:ext cx="11049000" cy="4533900"/>
          </a:xfrm>
        </p:spPr>
        <p:txBody>
          <a:bodyPr/>
          <a:lstStyle/>
          <a:p>
            <a:r>
              <a:rPr lang="en-US"/>
              <a:t>Click icon to add table</a:t>
            </a:r>
          </a:p>
        </p:txBody>
      </p:sp>
      <p:grpSp>
        <p:nvGrpSpPr>
          <p:cNvPr id="9" name="Group 8">
            <a:extLst>
              <a:ext uri="{FF2B5EF4-FFF2-40B4-BE49-F238E27FC236}">
                <a16:creationId xmlns:a16="http://schemas.microsoft.com/office/drawing/2014/main" id="{71C7E43B-BF07-DC3E-75E6-FE39A706DEC0}"/>
              </a:ext>
              <a:ext uri="{C183D7F6-B498-43B3-948B-1728B52AA6E4}">
                <adec:decorative xmlns:adec="http://schemas.microsoft.com/office/drawing/2017/decorative" val="1"/>
              </a:ext>
            </a:extLst>
          </p:cNvPr>
          <p:cNvGrpSpPr/>
          <p:nvPr userDrawn="1"/>
        </p:nvGrpSpPr>
        <p:grpSpPr>
          <a:xfrm>
            <a:off x="12364924" y="2"/>
            <a:ext cx="2926080" cy="4315967"/>
            <a:chOff x="-3024205" y="2"/>
            <a:chExt cx="2926080" cy="4315966"/>
          </a:xfrm>
          <a:solidFill>
            <a:schemeClr val="accent2"/>
          </a:solidFill>
        </p:grpSpPr>
        <p:sp>
          <p:nvSpPr>
            <p:cNvPr id="10" name="Rectangle 9">
              <a:extLst>
                <a:ext uri="{FF2B5EF4-FFF2-40B4-BE49-F238E27FC236}">
                  <a16:creationId xmlns:a16="http://schemas.microsoft.com/office/drawing/2014/main" id="{8F47FE05-ADA7-B0BF-F859-D3D05594909A}"/>
                </a:ext>
              </a:extLst>
            </p:cNvPr>
            <p:cNvSpPr/>
            <p:nvPr/>
          </p:nvSpPr>
          <p:spPr>
            <a:xfrm>
              <a:off x="-3024205" y="2"/>
              <a:ext cx="2926080" cy="43159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table INSTRUCTIONS</a:t>
              </a:r>
            </a:p>
            <a:p>
              <a:pPr marL="174621" indent="-174621">
                <a:spcBef>
                  <a:spcPts val="1200"/>
                </a:spcBef>
                <a:buFont typeface="+mj-lt"/>
                <a:buAutoNum type="arabicPeriod"/>
              </a:pPr>
              <a:r>
                <a:rPr lang="en-US" sz="1000" cap="all">
                  <a:solidFill>
                    <a:schemeClr val="bg1"/>
                  </a:solidFill>
                </a:rPr>
                <a:t>APPLY STYLES</a:t>
              </a:r>
              <a:endParaRPr lang="en-US" sz="1000" b="1" cap="all">
                <a:solidFill>
                  <a:schemeClr val="bg1"/>
                </a:solidFill>
              </a:endParaRPr>
            </a:p>
            <a:p>
              <a:pPr marL="346066" lvl="1" indent="-174621">
                <a:spcBef>
                  <a:spcPts val="600"/>
                </a:spcBef>
                <a:buFont typeface="+mj-lt"/>
                <a:buAutoNum type="alphaLcPeriod"/>
              </a:pPr>
              <a:r>
                <a:rPr lang="en-US" sz="1000">
                  <a:solidFill>
                    <a:schemeClr val="bg1"/>
                  </a:solidFill>
                </a:rPr>
                <a:t>When inserting a new table, </a:t>
              </a:r>
              <a:br>
                <a:rPr lang="en-US" sz="1000">
                  <a:solidFill>
                    <a:schemeClr val="bg1"/>
                  </a:solidFill>
                </a:rPr>
              </a:br>
              <a:r>
                <a:rPr lang="en-US" sz="1000">
                  <a:solidFill>
                    <a:schemeClr val="bg1"/>
                  </a:solidFill>
                </a:rPr>
                <a:t>“Medium Style 3 – Accent 1” will be </a:t>
              </a:r>
              <a:br>
                <a:rPr lang="en-US" sz="1000">
                  <a:solidFill>
                    <a:schemeClr val="bg1"/>
                  </a:solidFill>
                </a:rPr>
              </a:br>
              <a:r>
                <a:rPr lang="en-US" sz="1000">
                  <a:solidFill>
                    <a:schemeClr val="bg1"/>
                  </a:solidFill>
                </a:rPr>
                <a:t>applied automatically. If inserting </a:t>
              </a:r>
              <a:br>
                <a:rPr lang="en-US" sz="1000">
                  <a:solidFill>
                    <a:schemeClr val="bg1"/>
                  </a:solidFill>
                </a:rPr>
              </a:br>
              <a:r>
                <a:rPr lang="en-US" sz="1000">
                  <a:solidFill>
                    <a:schemeClr val="bg1"/>
                  </a:solidFill>
                </a:rPr>
                <a:t>a previously designed table, </a:t>
              </a:r>
              <a:br>
                <a:rPr lang="en-US" sz="1000">
                  <a:solidFill>
                    <a:schemeClr val="bg1"/>
                  </a:solidFill>
                </a:rPr>
              </a:br>
              <a:r>
                <a:rPr lang="en-US" sz="1000">
                  <a:solidFill>
                    <a:schemeClr val="bg1"/>
                  </a:solidFill>
                </a:rPr>
                <a:t>“Medium Style 3 – Accent 1” </a:t>
              </a:r>
              <a:br>
                <a:rPr lang="en-US" sz="1000">
                  <a:solidFill>
                    <a:schemeClr val="bg1"/>
                  </a:solidFill>
                </a:rPr>
              </a:br>
              <a:r>
                <a:rPr lang="en-US" sz="1000">
                  <a:solidFill>
                    <a:schemeClr val="bg1"/>
                  </a:solidFill>
                </a:rPr>
                <a:t>should be manually applied </a:t>
              </a:r>
              <a:br>
                <a:rPr lang="en-US" sz="1000">
                  <a:solidFill>
                    <a:schemeClr val="bg1"/>
                  </a:solidFill>
                </a:rPr>
              </a:br>
              <a:r>
                <a:rPr lang="en-US" sz="1000">
                  <a:solidFill>
                    <a:schemeClr val="bg1"/>
                  </a:solidFill>
                </a:rPr>
                <a:t>(Table Design tab &gt; Table Styles &gt; </a:t>
              </a:r>
              <a:br>
                <a:rPr lang="en-US" sz="1000">
                  <a:solidFill>
                    <a:schemeClr val="bg1"/>
                  </a:solidFill>
                </a:rPr>
              </a:br>
              <a:r>
                <a:rPr lang="en-US" sz="1000">
                  <a:solidFill>
                    <a:schemeClr val="bg1"/>
                  </a:solidFill>
                </a:rPr>
                <a:t>“Medium Style 3 – Accent 1” )</a:t>
              </a:r>
            </a:p>
            <a:p>
              <a:pPr marL="169858" indent="-169858">
                <a:spcBef>
                  <a:spcPts val="1200"/>
                </a:spcBef>
                <a:buFont typeface="+mj-lt"/>
                <a:buAutoNum type="arabicPeriod"/>
              </a:pPr>
              <a:r>
                <a:rPr lang="en-US" sz="1000" cap="all">
                  <a:solidFill>
                    <a:schemeClr val="bg1"/>
                  </a:solidFill>
                </a:rPr>
                <a:t>Customization steps</a:t>
              </a:r>
              <a:endParaRPr lang="en-US" sz="1000" b="1" cap="all">
                <a:solidFill>
                  <a:schemeClr val="bg1"/>
                </a:solidFill>
              </a:endParaRPr>
            </a:p>
            <a:p>
              <a:pPr marL="346066" lvl="1" indent="-173034">
                <a:spcBef>
                  <a:spcPts val="300"/>
                </a:spcBef>
                <a:buFont typeface="+mj-lt"/>
                <a:buAutoNum type="alphaLcPeriod"/>
              </a:pPr>
              <a:r>
                <a:rPr lang="en-US" sz="1000">
                  <a:solidFill>
                    <a:schemeClr val="bg1"/>
                  </a:solidFill>
                </a:rPr>
                <a:t>Select entire table and remove all borders.</a:t>
              </a:r>
            </a:p>
            <a:p>
              <a:pPr marL="346066" lvl="1" indent="-173034">
                <a:spcBef>
                  <a:spcPts val="300"/>
                </a:spcBef>
                <a:buFont typeface="+mj-lt"/>
                <a:buAutoNum type="alphaLcPeriod"/>
              </a:pPr>
              <a:r>
                <a:rPr lang="en-US" sz="1000">
                  <a:solidFill>
                    <a:schemeClr val="bg1"/>
                  </a:solidFill>
                </a:rPr>
                <a:t>Select table and vertically center </a:t>
              </a:r>
              <a:br>
                <a:rPr lang="en-US" sz="1000">
                  <a:solidFill>
                    <a:schemeClr val="bg1"/>
                  </a:solidFill>
                </a:rPr>
              </a:br>
              <a:r>
                <a:rPr lang="en-US" sz="1000">
                  <a:solidFill>
                    <a:schemeClr val="bg1"/>
                  </a:solidFill>
                </a:rPr>
                <a:t>the text (Layout tab &gt; </a:t>
              </a:r>
              <a:br>
                <a:rPr lang="en-US" sz="1000">
                  <a:solidFill>
                    <a:schemeClr val="bg1"/>
                  </a:solidFill>
                </a:rPr>
              </a:br>
              <a:r>
                <a:rPr lang="en-US" sz="1000">
                  <a:solidFill>
                    <a:schemeClr val="bg1"/>
                  </a:solidFill>
                </a:rPr>
                <a:t>Alignment &gt; “Center Vertically).</a:t>
              </a:r>
            </a:p>
            <a:p>
              <a:pPr marL="346066" lvl="1" indent="-173034">
                <a:spcBef>
                  <a:spcPts val="300"/>
                </a:spcBef>
                <a:buFont typeface="+mj-lt"/>
                <a:buAutoNum type="alphaLcPeriod"/>
              </a:pPr>
              <a:endParaRPr lang="en-US" sz="1000">
                <a:solidFill>
                  <a:schemeClr val="bg1"/>
                </a:solidFill>
              </a:endParaRPr>
            </a:p>
            <a:p>
              <a:pPr marL="346066" lvl="1" indent="-173034">
                <a:spcBef>
                  <a:spcPts val="300"/>
                </a:spcBef>
                <a:buFont typeface="+mj-lt"/>
                <a:buAutoNum type="alphaLcPeriod"/>
              </a:pPr>
              <a:endParaRPr lang="en-US" sz="1000">
                <a:solidFill>
                  <a:schemeClr val="bg1"/>
                </a:solidFill>
              </a:endParaRPr>
            </a:p>
            <a:p>
              <a:pPr marL="346066" lvl="1" indent="-173034">
                <a:spcBef>
                  <a:spcPts val="300"/>
                </a:spcBef>
                <a:buFont typeface="+mj-lt"/>
                <a:buAutoNum type="alphaLcPeriod"/>
              </a:pPr>
              <a:endParaRPr lang="en-US" sz="1000">
                <a:solidFill>
                  <a:schemeClr val="bg1"/>
                </a:solidFill>
              </a:endParaRPr>
            </a:p>
            <a:p>
              <a:pPr marL="346066" lvl="1" indent="-173034">
                <a:spcBef>
                  <a:spcPts val="300"/>
                </a:spcBef>
                <a:buFont typeface="+mj-lt"/>
                <a:buAutoNum type="alphaLcPeriod"/>
              </a:pPr>
              <a:endParaRPr lang="en-US" sz="1000">
                <a:solidFill>
                  <a:schemeClr val="bg1"/>
                </a:solidFill>
              </a:endParaRPr>
            </a:p>
            <a:p>
              <a:pPr marL="173033" lvl="1">
                <a:spcBef>
                  <a:spcPts val="300"/>
                </a:spcBef>
              </a:pPr>
              <a:endParaRPr lang="en-US" sz="1000">
                <a:solidFill>
                  <a:schemeClr val="bg1"/>
                </a:solidFill>
              </a:endParaRPr>
            </a:p>
            <a:p>
              <a:pPr marL="341305" lvl="1" indent="-169858">
                <a:spcBef>
                  <a:spcPts val="300"/>
                </a:spcBef>
                <a:buFont typeface="+mj-lt"/>
                <a:buAutoNum type="alphaLcPeriod" startAt="3"/>
              </a:pPr>
              <a:r>
                <a:rPr lang="en-US" sz="1000">
                  <a:solidFill>
                    <a:schemeClr val="bg1"/>
                  </a:solidFill>
                </a:rPr>
                <a:t>Match font styles to those shown here.</a:t>
              </a:r>
            </a:p>
          </p:txBody>
        </p:sp>
        <p:grpSp>
          <p:nvGrpSpPr>
            <p:cNvPr id="11" name="Group 10">
              <a:extLst>
                <a:ext uri="{FF2B5EF4-FFF2-40B4-BE49-F238E27FC236}">
                  <a16:creationId xmlns:a16="http://schemas.microsoft.com/office/drawing/2014/main" id="{44340DF8-6DC9-C0BF-5FCC-4AB055861AB6}"/>
                </a:ext>
              </a:extLst>
            </p:cNvPr>
            <p:cNvGrpSpPr/>
            <p:nvPr/>
          </p:nvGrpSpPr>
          <p:grpSpPr>
            <a:xfrm>
              <a:off x="-2583491" y="3067385"/>
              <a:ext cx="1884587" cy="836088"/>
              <a:chOff x="-2142774" y="5359600"/>
              <a:chExt cx="2044645" cy="907097"/>
            </a:xfrm>
            <a:grpFill/>
          </p:grpSpPr>
          <p:pic>
            <p:nvPicPr>
              <p:cNvPr id="12" name="Picture 11">
                <a:extLst>
                  <a:ext uri="{FF2B5EF4-FFF2-40B4-BE49-F238E27FC236}">
                    <a16:creationId xmlns:a16="http://schemas.microsoft.com/office/drawing/2014/main" id="{C8B4E62A-F326-3184-3888-9974921991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42774" y="5359600"/>
                <a:ext cx="2044645" cy="907097"/>
              </a:xfrm>
              <a:prstGeom prst="rect">
                <a:avLst/>
              </a:prstGeom>
              <a:grpFill/>
            </p:spPr>
          </p:pic>
          <p:sp>
            <p:nvSpPr>
              <p:cNvPr id="13" name="Rectangle 12">
                <a:extLst>
                  <a:ext uri="{FF2B5EF4-FFF2-40B4-BE49-F238E27FC236}">
                    <a16:creationId xmlns:a16="http://schemas.microsoft.com/office/drawing/2014/main" id="{044A37ED-132D-6B82-9341-96C0DAF3E5C5}"/>
                  </a:ext>
                </a:extLst>
              </p:cNvPr>
              <p:cNvSpPr/>
              <p:nvPr/>
            </p:nvSpPr>
            <p:spPr>
              <a:xfrm>
                <a:off x="-1842383" y="5751927"/>
                <a:ext cx="224718" cy="2247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grpSp>
      </p:grpSp>
    </p:spTree>
    <p:extLst>
      <p:ext uri="{BB962C8B-B14F-4D97-AF65-F5344CB8AC3E}">
        <p14:creationId xmlns:p14="http://schemas.microsoft.com/office/powerpoint/2010/main" val="23269384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lient Story 1">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E06554-8B2A-F1F4-1E23-A12DC2EABB15}"/>
              </a:ext>
              <a:ext uri="{C183D7F6-B498-43B3-948B-1728B52AA6E4}">
                <adec:decorative xmlns:adec="http://schemas.microsoft.com/office/drawing/2017/decorative" val="1"/>
              </a:ext>
            </a:extLst>
          </p:cNvPr>
          <p:cNvSpPr>
            <a:spLocks noGrp="1"/>
          </p:cNvSpPr>
          <p:nvPr>
            <p:ph type="body" sz="quarter" idx="31"/>
          </p:nvPr>
        </p:nvSpPr>
        <p:spPr>
          <a:xfrm>
            <a:off x="6224657" y="0"/>
            <a:ext cx="5967344" cy="2441051"/>
          </a:xfrm>
          <a:custGeom>
            <a:avLst/>
            <a:gdLst>
              <a:gd name="connsiteX0" fmla="*/ 0 w 5967344"/>
              <a:gd name="connsiteY0" fmla="*/ 0 h 2441050"/>
              <a:gd name="connsiteX1" fmla="*/ 609304 w 5967344"/>
              <a:gd name="connsiteY1" fmla="*/ 0 h 2441050"/>
              <a:gd name="connsiteX2" fmla="*/ 750541 w 5967344"/>
              <a:gd name="connsiteY2" fmla="*/ 473990 h 2441050"/>
              <a:gd name="connsiteX3" fmla="*/ 1767447 w 5967344"/>
              <a:gd name="connsiteY3" fmla="*/ 1024007 h 2441050"/>
              <a:gd name="connsiteX4" fmla="*/ 4453598 w 5967344"/>
              <a:gd name="connsiteY4" fmla="*/ 223654 h 2441050"/>
              <a:gd name="connsiteX5" fmla="*/ 4453551 w 5967344"/>
              <a:gd name="connsiteY5" fmla="*/ 223585 h 2441050"/>
              <a:gd name="connsiteX6" fmla="*/ 5935514 w 5967344"/>
              <a:gd name="connsiteY6" fmla="*/ 675148 h 2441050"/>
              <a:gd name="connsiteX7" fmla="*/ 5967344 w 5967344"/>
              <a:gd name="connsiteY7" fmla="*/ 717859 h 2441050"/>
              <a:gd name="connsiteX8" fmla="*/ 5967344 w 5967344"/>
              <a:gd name="connsiteY8" fmla="*/ 2441050 h 2441050"/>
              <a:gd name="connsiteX9" fmla="*/ 5637280 w 5967344"/>
              <a:gd name="connsiteY9" fmla="*/ 1333287 h 2441050"/>
              <a:gd name="connsiteX10" fmla="*/ 4620373 w 5967344"/>
              <a:gd name="connsiteY10" fmla="*/ 783269 h 2441050"/>
              <a:gd name="connsiteX11" fmla="*/ 1934203 w 5967344"/>
              <a:gd name="connsiteY11" fmla="*/ 1583655 h 2441050"/>
              <a:gd name="connsiteX12" fmla="*/ 190925 w 5967344"/>
              <a:gd name="connsiteY12" fmla="*/ 640763 h 244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7344" h="2441050">
                <a:moveTo>
                  <a:pt x="0" y="0"/>
                </a:moveTo>
                <a:lnTo>
                  <a:pt x="609304" y="0"/>
                </a:lnTo>
                <a:lnTo>
                  <a:pt x="750541" y="473990"/>
                </a:lnTo>
                <a:cubicBezTo>
                  <a:pt x="879470" y="906687"/>
                  <a:pt x="1334749" y="1152935"/>
                  <a:pt x="1767447" y="1024007"/>
                </a:cubicBezTo>
                <a:lnTo>
                  <a:pt x="4453598" y="223654"/>
                </a:lnTo>
                <a:lnTo>
                  <a:pt x="4453551" y="223585"/>
                </a:lnTo>
                <a:cubicBezTo>
                  <a:pt x="5009885" y="57837"/>
                  <a:pt x="5587992" y="253856"/>
                  <a:pt x="5935514" y="675148"/>
                </a:cubicBezTo>
                <a:lnTo>
                  <a:pt x="5967344" y="717859"/>
                </a:lnTo>
                <a:lnTo>
                  <a:pt x="5967344" y="2441050"/>
                </a:lnTo>
                <a:lnTo>
                  <a:pt x="5637280" y="1333287"/>
                </a:lnTo>
                <a:cubicBezTo>
                  <a:pt x="5508351" y="900588"/>
                  <a:pt x="5053071" y="654340"/>
                  <a:pt x="4620373" y="783269"/>
                </a:cubicBezTo>
                <a:lnTo>
                  <a:pt x="1934203" y="1583655"/>
                </a:lnTo>
                <a:cubicBezTo>
                  <a:pt x="1192424" y="1804652"/>
                  <a:pt x="411939" y="1382510"/>
                  <a:pt x="190925" y="640763"/>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EE4616B2-C2FA-4CA9-E6AC-2DAF2058548D}"/>
              </a:ext>
              <a:ext uri="{C183D7F6-B498-43B3-948B-1728B52AA6E4}">
                <adec:decorative xmlns:adec="http://schemas.microsoft.com/office/drawing/2017/decorative" val="0"/>
              </a:ext>
            </a:extLst>
          </p:cNvPr>
          <p:cNvSpPr>
            <a:spLocks noGrp="1"/>
          </p:cNvSpPr>
          <p:nvPr>
            <p:ph type="pic" sz="quarter" idx="13" hasCustomPrompt="1"/>
          </p:nvPr>
        </p:nvSpPr>
        <p:spPr>
          <a:xfrm>
            <a:off x="571501" y="571501"/>
            <a:ext cx="2590801" cy="361951"/>
          </a:xfrm>
        </p:spPr>
        <p:txBody>
          <a:bodyPr/>
          <a:lstStyle>
            <a:lvl1pPr marL="0" indent="0">
              <a:buNone/>
              <a:defRPr sz="1000" b="1"/>
            </a:lvl1pPr>
          </a:lstStyle>
          <a:p>
            <a:r>
              <a:rPr lang="en-US"/>
              <a:t>Click icon to insert client logo</a:t>
            </a:r>
          </a:p>
        </p:txBody>
      </p:sp>
      <p:sp>
        <p:nvSpPr>
          <p:cNvPr id="29" name="Picture Placeholder 28">
            <a:extLst>
              <a:ext uri="{FF2B5EF4-FFF2-40B4-BE49-F238E27FC236}">
                <a16:creationId xmlns:a16="http://schemas.microsoft.com/office/drawing/2014/main" id="{CF535E5E-710C-7CB7-1A56-23F58718852E}"/>
              </a:ext>
              <a:ext uri="{C183D7F6-B498-43B3-948B-1728B52AA6E4}">
                <adec:decorative xmlns:adec="http://schemas.microsoft.com/office/drawing/2017/decorative" val="0"/>
              </a:ext>
            </a:extLst>
          </p:cNvPr>
          <p:cNvSpPr>
            <a:spLocks noGrp="1"/>
          </p:cNvSpPr>
          <p:nvPr>
            <p:ph type="pic" sz="quarter" idx="14"/>
          </p:nvPr>
        </p:nvSpPr>
        <p:spPr>
          <a:xfrm>
            <a:off x="6234819" y="583693"/>
            <a:ext cx="5403684" cy="1489207"/>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17C8946E-1E61-63FF-CE8A-7801BA52B64D}"/>
              </a:ext>
            </a:extLst>
          </p:cNvPr>
          <p:cNvSpPr>
            <a:spLocks noGrp="1"/>
          </p:cNvSpPr>
          <p:nvPr>
            <p:ph type="title"/>
          </p:nvPr>
        </p:nvSpPr>
        <p:spPr>
          <a:xfrm>
            <a:off x="571500" y="1231651"/>
            <a:ext cx="4699000" cy="841248"/>
          </a:xfrm>
        </p:spPr>
        <p:txBody>
          <a:bodyPr/>
          <a:lstStyle/>
          <a:p>
            <a:r>
              <a:rPr lang="en-US"/>
              <a:t>Click to edit Master title style</a:t>
            </a:r>
          </a:p>
        </p:txBody>
      </p:sp>
      <p:sp>
        <p:nvSpPr>
          <p:cNvPr id="31" name="Text Placeholder 30">
            <a:extLst>
              <a:ext uri="{FF2B5EF4-FFF2-40B4-BE49-F238E27FC236}">
                <a16:creationId xmlns:a16="http://schemas.microsoft.com/office/drawing/2014/main" id="{85EE684F-811A-48D0-19CC-E99DA92385FA}"/>
              </a:ext>
            </a:extLst>
          </p:cNvPr>
          <p:cNvSpPr>
            <a:spLocks noGrp="1"/>
          </p:cNvSpPr>
          <p:nvPr>
            <p:ph type="body" sz="quarter" idx="15"/>
          </p:nvPr>
        </p:nvSpPr>
        <p:spPr>
          <a:xfrm>
            <a:off x="571500" y="2933700"/>
            <a:ext cx="4699000" cy="396296"/>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33" name="Text Placeholder 32">
            <a:extLst>
              <a:ext uri="{FF2B5EF4-FFF2-40B4-BE49-F238E27FC236}">
                <a16:creationId xmlns:a16="http://schemas.microsoft.com/office/drawing/2014/main" id="{D8DDE2F4-F352-152F-C83A-6DE995D4188D}"/>
              </a:ext>
            </a:extLst>
          </p:cNvPr>
          <p:cNvSpPr>
            <a:spLocks noGrp="1"/>
          </p:cNvSpPr>
          <p:nvPr>
            <p:ph type="body" sz="quarter" idx="16"/>
          </p:nvPr>
        </p:nvSpPr>
        <p:spPr>
          <a:xfrm>
            <a:off x="571501" y="3618981"/>
            <a:ext cx="4680247" cy="20434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4">
            <a:extLst>
              <a:ext uri="{FF2B5EF4-FFF2-40B4-BE49-F238E27FC236}">
                <a16:creationId xmlns:a16="http://schemas.microsoft.com/office/drawing/2014/main" id="{69DE830F-F48B-DDC3-4AC8-190DF5D262D7}"/>
              </a:ext>
            </a:extLst>
          </p:cNvPr>
          <p:cNvSpPr>
            <a:spLocks noGrp="1"/>
          </p:cNvSpPr>
          <p:nvPr>
            <p:ph type="body" sz="quarter" idx="17"/>
          </p:nvPr>
        </p:nvSpPr>
        <p:spPr>
          <a:xfrm>
            <a:off x="571500" y="5879601"/>
            <a:ext cx="4699000" cy="406900"/>
          </a:xfrm>
        </p:spPr>
        <p:txBody>
          <a:bodyPr/>
          <a:lstStyle>
            <a:lvl1pPr marL="0" indent="0">
              <a:spcBef>
                <a:spcPts val="0"/>
              </a:spcBef>
              <a:buNone/>
              <a:defRPr sz="1000"/>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Click to edit Master text styles</a:t>
            </a:r>
          </a:p>
        </p:txBody>
      </p:sp>
      <p:sp>
        <p:nvSpPr>
          <p:cNvPr id="36" name="Text Placeholder 30">
            <a:extLst>
              <a:ext uri="{FF2B5EF4-FFF2-40B4-BE49-F238E27FC236}">
                <a16:creationId xmlns:a16="http://schemas.microsoft.com/office/drawing/2014/main" id="{67610148-7BEF-2C77-A659-FE99E5E60F45}"/>
              </a:ext>
            </a:extLst>
          </p:cNvPr>
          <p:cNvSpPr>
            <a:spLocks noGrp="1"/>
          </p:cNvSpPr>
          <p:nvPr>
            <p:ph type="body" sz="quarter" idx="18"/>
          </p:nvPr>
        </p:nvSpPr>
        <p:spPr>
          <a:xfrm>
            <a:off x="6210435" y="2933700"/>
            <a:ext cx="5403684" cy="396296"/>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47" name="Text Placeholder 30">
            <a:extLst>
              <a:ext uri="{FF2B5EF4-FFF2-40B4-BE49-F238E27FC236}">
                <a16:creationId xmlns:a16="http://schemas.microsoft.com/office/drawing/2014/main" id="{4D7C565C-FB69-81FC-3387-FDBCEF8CF0DE}"/>
              </a:ext>
            </a:extLst>
          </p:cNvPr>
          <p:cNvSpPr>
            <a:spLocks noGrp="1"/>
          </p:cNvSpPr>
          <p:nvPr>
            <p:ph type="body" sz="quarter" idx="27" hasCustomPrompt="1"/>
          </p:nvPr>
        </p:nvSpPr>
        <p:spPr>
          <a:xfrm>
            <a:off x="6210435" y="3570501"/>
            <a:ext cx="1556124" cy="506337"/>
          </a:xfrm>
        </p:spPr>
        <p:txBody>
          <a:bodyPr anchor="b"/>
          <a:lstStyle>
            <a:lvl1pPr marL="0" indent="0">
              <a:lnSpc>
                <a:spcPct val="90000"/>
              </a:lnSpc>
              <a:buNone/>
              <a:defRPr sz="3200" b="1">
                <a:solidFill>
                  <a:schemeClr val="accent1"/>
                </a:solidFill>
              </a:defRPr>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a:t>
            </a:r>
          </a:p>
        </p:txBody>
      </p:sp>
      <p:sp>
        <p:nvSpPr>
          <p:cNvPr id="44" name="Text Placeholder 43">
            <a:extLst>
              <a:ext uri="{FF2B5EF4-FFF2-40B4-BE49-F238E27FC236}">
                <a16:creationId xmlns:a16="http://schemas.microsoft.com/office/drawing/2014/main" id="{A00253E8-F1B3-656B-7561-20CCCBA2FD17}"/>
              </a:ext>
            </a:extLst>
          </p:cNvPr>
          <p:cNvSpPr>
            <a:spLocks noGrp="1"/>
          </p:cNvSpPr>
          <p:nvPr>
            <p:ph type="body" sz="quarter" idx="24"/>
          </p:nvPr>
        </p:nvSpPr>
        <p:spPr>
          <a:xfrm>
            <a:off x="6198108" y="4052046"/>
            <a:ext cx="1568451" cy="409439"/>
          </a:xfrm>
        </p:spPr>
        <p:txBody>
          <a:bodyPr/>
          <a:lstStyle>
            <a:lvl1pPr marL="0" indent="0">
              <a:buNone/>
              <a:defRPr sz="1200"/>
            </a:lvl1pPr>
            <a:lvl2pPr marL="227006" indent="0">
              <a:buNone/>
              <a:defRPr sz="1100"/>
            </a:lvl2pPr>
            <a:lvl3pPr marL="460363" indent="0">
              <a:buNone/>
              <a:defRPr sz="800"/>
            </a:lvl3pPr>
            <a:lvl4pPr marL="625459" indent="0">
              <a:buNone/>
              <a:defRPr sz="800"/>
            </a:lvl4pPr>
            <a:lvl5pPr marL="798493" indent="0">
              <a:buNone/>
              <a:defRPr sz="800"/>
            </a:lvl5pPr>
          </a:lstStyle>
          <a:p>
            <a:pPr lvl="0"/>
            <a:r>
              <a:rPr lang="en-US"/>
              <a:t>Click to edit Master text styles</a:t>
            </a:r>
          </a:p>
        </p:txBody>
      </p:sp>
      <p:sp>
        <p:nvSpPr>
          <p:cNvPr id="48" name="Text Placeholder 30">
            <a:extLst>
              <a:ext uri="{FF2B5EF4-FFF2-40B4-BE49-F238E27FC236}">
                <a16:creationId xmlns:a16="http://schemas.microsoft.com/office/drawing/2014/main" id="{93C2E08B-E391-01B0-CF7F-5B9B9CD623CC}"/>
              </a:ext>
            </a:extLst>
          </p:cNvPr>
          <p:cNvSpPr>
            <a:spLocks noGrp="1"/>
          </p:cNvSpPr>
          <p:nvPr>
            <p:ph type="body" sz="quarter" idx="28" hasCustomPrompt="1"/>
          </p:nvPr>
        </p:nvSpPr>
        <p:spPr>
          <a:xfrm>
            <a:off x="8097351" y="3570501"/>
            <a:ext cx="1556124" cy="506337"/>
          </a:xfrm>
        </p:spPr>
        <p:txBody>
          <a:bodyPr anchor="b"/>
          <a:lstStyle>
            <a:lvl1pPr marL="0" indent="0">
              <a:lnSpc>
                <a:spcPct val="90000"/>
              </a:lnSpc>
              <a:buNone/>
              <a:defRPr sz="3200" b="1">
                <a:solidFill>
                  <a:schemeClr val="accent1"/>
                </a:solidFill>
              </a:defRPr>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a:t>
            </a:r>
          </a:p>
        </p:txBody>
      </p:sp>
      <p:sp>
        <p:nvSpPr>
          <p:cNvPr id="45" name="Text Placeholder 43">
            <a:extLst>
              <a:ext uri="{FF2B5EF4-FFF2-40B4-BE49-F238E27FC236}">
                <a16:creationId xmlns:a16="http://schemas.microsoft.com/office/drawing/2014/main" id="{C4A198CB-E184-6266-9D43-9BFE575CFEDF}"/>
              </a:ext>
            </a:extLst>
          </p:cNvPr>
          <p:cNvSpPr>
            <a:spLocks noGrp="1"/>
          </p:cNvSpPr>
          <p:nvPr>
            <p:ph type="body" sz="quarter" idx="25"/>
          </p:nvPr>
        </p:nvSpPr>
        <p:spPr>
          <a:xfrm>
            <a:off x="8097349" y="4052046"/>
            <a:ext cx="1568451" cy="409439"/>
          </a:xfrm>
        </p:spPr>
        <p:txBody>
          <a:bodyPr/>
          <a:lstStyle>
            <a:lvl1pPr marL="0" indent="0">
              <a:buNone/>
              <a:defRPr sz="1200"/>
            </a:lvl1pPr>
            <a:lvl2pPr marL="227006" indent="0">
              <a:buNone/>
              <a:defRPr sz="1100"/>
            </a:lvl2pPr>
            <a:lvl3pPr marL="460363" indent="0">
              <a:buNone/>
              <a:defRPr sz="800"/>
            </a:lvl3pPr>
            <a:lvl4pPr marL="625459" indent="0">
              <a:buNone/>
              <a:defRPr sz="800"/>
            </a:lvl4pPr>
            <a:lvl5pPr marL="798493" indent="0">
              <a:buNone/>
              <a:defRPr sz="800"/>
            </a:lvl5pPr>
          </a:lstStyle>
          <a:p>
            <a:pPr lvl="0"/>
            <a:r>
              <a:rPr lang="en-US"/>
              <a:t>Click to edit Master text styles</a:t>
            </a:r>
          </a:p>
        </p:txBody>
      </p:sp>
      <p:sp>
        <p:nvSpPr>
          <p:cNvPr id="49" name="Text Placeholder 30">
            <a:extLst>
              <a:ext uri="{FF2B5EF4-FFF2-40B4-BE49-F238E27FC236}">
                <a16:creationId xmlns:a16="http://schemas.microsoft.com/office/drawing/2014/main" id="{E8698B52-FB70-A72E-D78D-CA176B9E9274}"/>
              </a:ext>
            </a:extLst>
          </p:cNvPr>
          <p:cNvSpPr>
            <a:spLocks noGrp="1"/>
          </p:cNvSpPr>
          <p:nvPr>
            <p:ph type="body" sz="quarter" idx="29" hasCustomPrompt="1"/>
          </p:nvPr>
        </p:nvSpPr>
        <p:spPr>
          <a:xfrm>
            <a:off x="9996593" y="3570501"/>
            <a:ext cx="1556124" cy="506337"/>
          </a:xfrm>
        </p:spPr>
        <p:txBody>
          <a:bodyPr anchor="b"/>
          <a:lstStyle>
            <a:lvl1pPr marL="0" indent="0">
              <a:lnSpc>
                <a:spcPct val="90000"/>
              </a:lnSpc>
              <a:buNone/>
              <a:defRPr sz="3200" b="1">
                <a:solidFill>
                  <a:schemeClr val="accent1"/>
                </a:solidFill>
              </a:defRPr>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a:t>
            </a:r>
          </a:p>
        </p:txBody>
      </p:sp>
      <p:sp>
        <p:nvSpPr>
          <p:cNvPr id="46" name="Text Placeholder 43">
            <a:extLst>
              <a:ext uri="{FF2B5EF4-FFF2-40B4-BE49-F238E27FC236}">
                <a16:creationId xmlns:a16="http://schemas.microsoft.com/office/drawing/2014/main" id="{4915718C-0352-5306-2873-FA4B3CEC050D}"/>
              </a:ext>
            </a:extLst>
          </p:cNvPr>
          <p:cNvSpPr>
            <a:spLocks noGrp="1"/>
          </p:cNvSpPr>
          <p:nvPr>
            <p:ph type="body" sz="quarter" idx="26"/>
          </p:nvPr>
        </p:nvSpPr>
        <p:spPr>
          <a:xfrm>
            <a:off x="9996592" y="4052046"/>
            <a:ext cx="1568451" cy="409439"/>
          </a:xfrm>
        </p:spPr>
        <p:txBody>
          <a:bodyPr/>
          <a:lstStyle>
            <a:lvl1pPr marL="0" indent="0">
              <a:buNone/>
              <a:defRPr sz="1200"/>
            </a:lvl1pPr>
            <a:lvl2pPr marL="227006" indent="0">
              <a:buNone/>
              <a:defRPr sz="1100"/>
            </a:lvl2pPr>
            <a:lvl3pPr marL="460363" indent="0">
              <a:buNone/>
              <a:defRPr sz="800"/>
            </a:lvl3pPr>
            <a:lvl4pPr marL="625459" indent="0">
              <a:buNone/>
              <a:defRPr sz="800"/>
            </a:lvl4pPr>
            <a:lvl5pPr marL="798493" indent="0">
              <a:buNone/>
              <a:defRPr sz="800"/>
            </a:lvl5pPr>
          </a:lstStyle>
          <a:p>
            <a:pPr lvl="0"/>
            <a:r>
              <a:rPr lang="en-US"/>
              <a:t>Click to edit Master text styles</a:t>
            </a:r>
          </a:p>
        </p:txBody>
      </p:sp>
      <p:sp>
        <p:nvSpPr>
          <p:cNvPr id="37" name="Text Placeholder 30">
            <a:extLst>
              <a:ext uri="{FF2B5EF4-FFF2-40B4-BE49-F238E27FC236}">
                <a16:creationId xmlns:a16="http://schemas.microsoft.com/office/drawing/2014/main" id="{4A7A2D0C-59FF-6E64-7E59-CB2DD2E4E9EF}"/>
              </a:ext>
            </a:extLst>
          </p:cNvPr>
          <p:cNvSpPr>
            <a:spLocks noGrp="1"/>
          </p:cNvSpPr>
          <p:nvPr>
            <p:ph type="body" sz="quarter" idx="19"/>
          </p:nvPr>
        </p:nvSpPr>
        <p:spPr>
          <a:xfrm>
            <a:off x="6210435" y="4813738"/>
            <a:ext cx="3530600" cy="291317"/>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40" name="Text Placeholder 39">
            <a:extLst>
              <a:ext uri="{FF2B5EF4-FFF2-40B4-BE49-F238E27FC236}">
                <a16:creationId xmlns:a16="http://schemas.microsoft.com/office/drawing/2014/main" id="{0B704EC8-58FF-EF26-C73A-793CB6E991F7}"/>
              </a:ext>
            </a:extLst>
          </p:cNvPr>
          <p:cNvSpPr>
            <a:spLocks noGrp="1"/>
          </p:cNvSpPr>
          <p:nvPr>
            <p:ph type="body" sz="quarter" idx="21"/>
          </p:nvPr>
        </p:nvSpPr>
        <p:spPr>
          <a:xfrm>
            <a:off x="6234114" y="5436845"/>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Text Placeholder 39">
            <a:extLst>
              <a:ext uri="{FF2B5EF4-FFF2-40B4-BE49-F238E27FC236}">
                <a16:creationId xmlns:a16="http://schemas.microsoft.com/office/drawing/2014/main" id="{D8261159-5E0A-9E29-FB01-E298D1EB21F3}"/>
              </a:ext>
            </a:extLst>
          </p:cNvPr>
          <p:cNvSpPr>
            <a:spLocks noGrp="1"/>
          </p:cNvSpPr>
          <p:nvPr>
            <p:ph type="body" sz="quarter" idx="22"/>
          </p:nvPr>
        </p:nvSpPr>
        <p:spPr>
          <a:xfrm>
            <a:off x="8113574" y="5436845"/>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30">
            <a:extLst>
              <a:ext uri="{FF2B5EF4-FFF2-40B4-BE49-F238E27FC236}">
                <a16:creationId xmlns:a16="http://schemas.microsoft.com/office/drawing/2014/main" id="{92698414-2769-0F62-8C6D-677E45CC565E}"/>
              </a:ext>
            </a:extLst>
          </p:cNvPr>
          <p:cNvSpPr>
            <a:spLocks noGrp="1"/>
          </p:cNvSpPr>
          <p:nvPr>
            <p:ph type="body" sz="quarter" idx="20"/>
          </p:nvPr>
        </p:nvSpPr>
        <p:spPr>
          <a:xfrm>
            <a:off x="9996593" y="4813738"/>
            <a:ext cx="1632247" cy="291317"/>
          </a:xfrm>
        </p:spPr>
        <p:txBody>
          <a:bodyPr anchor="b"/>
          <a:lstStyle>
            <a:lvl1pPr marL="0" indent="0">
              <a:lnSpc>
                <a:spcPct val="90000"/>
              </a:lnSpc>
              <a:buNone/>
              <a:defRPr sz="1400" b="1"/>
            </a:lvl1pPr>
            <a:lvl2pPr marL="227006" indent="0">
              <a:buNone/>
              <a:defRPr sz="1400"/>
            </a:lvl2pPr>
            <a:lvl3pPr marL="460363" indent="0">
              <a:buNone/>
              <a:defRPr sz="1400"/>
            </a:lvl3pPr>
            <a:lvl4pPr marL="625459" indent="0">
              <a:buNone/>
              <a:defRPr sz="1400"/>
            </a:lvl4pPr>
            <a:lvl5pPr marL="798493" indent="0">
              <a:buNone/>
              <a:defRPr sz="1400"/>
            </a:lvl5pPr>
          </a:lstStyle>
          <a:p>
            <a:pPr lvl="0"/>
            <a:r>
              <a:rPr lang="en-US"/>
              <a:t>Click to edit Master text styles</a:t>
            </a:r>
          </a:p>
        </p:txBody>
      </p:sp>
      <p:sp>
        <p:nvSpPr>
          <p:cNvPr id="42" name="Text Placeholder 39">
            <a:extLst>
              <a:ext uri="{FF2B5EF4-FFF2-40B4-BE49-F238E27FC236}">
                <a16:creationId xmlns:a16="http://schemas.microsoft.com/office/drawing/2014/main" id="{0DB1A218-C29A-46F6-7AF4-00BDBD1315B6}"/>
              </a:ext>
            </a:extLst>
          </p:cNvPr>
          <p:cNvSpPr>
            <a:spLocks noGrp="1"/>
          </p:cNvSpPr>
          <p:nvPr>
            <p:ph type="body" sz="quarter" idx="23"/>
          </p:nvPr>
        </p:nvSpPr>
        <p:spPr>
          <a:xfrm>
            <a:off x="9996593" y="5436845"/>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2">
            <a:extLst>
              <a:ext uri="{FF2B5EF4-FFF2-40B4-BE49-F238E27FC236}">
                <a16:creationId xmlns:a16="http://schemas.microsoft.com/office/drawing/2014/main" id="{AE8E4323-CFF6-B391-006E-9EF76EE21BDA}"/>
              </a:ext>
              <a:ext uri="{C183D7F6-B498-43B3-948B-1728B52AA6E4}">
                <adec:decorative xmlns:adec="http://schemas.microsoft.com/office/drawing/2017/decorative" val="1"/>
              </a:ext>
            </a:extLst>
          </p:cNvPr>
          <p:cNvSpPr>
            <a:spLocks noGrp="1"/>
          </p:cNvSpPr>
          <p:nvPr>
            <p:ph type="ftr" sz="quarter" idx="10"/>
          </p:nvPr>
        </p:nvSpPr>
        <p:spPr>
          <a:xfrm>
            <a:off x="1645217" y="6503671"/>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6B0CE59-FD96-EE8E-27DA-A04146B442BF}"/>
              </a:ext>
              <a:ext uri="{C183D7F6-B498-43B3-948B-1728B52AA6E4}">
                <adec:decorative xmlns:adec="http://schemas.microsoft.com/office/drawing/2017/decorative" val="1"/>
              </a:ext>
            </a:extLst>
          </p:cNvPr>
          <p:cNvSpPr>
            <a:spLocks noGrp="1"/>
          </p:cNvSpPr>
          <p:nvPr>
            <p:ph type="dt" sz="half" idx="11"/>
          </p:nvPr>
        </p:nvSpPr>
        <p:spPr/>
        <p:txBody>
          <a:bodyPr/>
          <a:lstStyle/>
          <a:p>
            <a:fld id="{EDCB7403-3BEC-41FB-8685-4356821C5A54}" type="datetimeyyyy">
              <a:rPr lang="en-US" smtClean="0"/>
              <a:t>2026</a:t>
            </a:fld>
            <a:endParaRPr lang="en-US"/>
          </a:p>
        </p:txBody>
      </p:sp>
      <p:sp>
        <p:nvSpPr>
          <p:cNvPr id="5" name="Slide Number Placeholder 4">
            <a:extLst>
              <a:ext uri="{FF2B5EF4-FFF2-40B4-BE49-F238E27FC236}">
                <a16:creationId xmlns:a16="http://schemas.microsoft.com/office/drawing/2014/main" id="{39ED4119-12F7-B9E8-8CF0-BABCFDC2002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089582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lient Story 2">
    <p:spTree>
      <p:nvGrpSpPr>
        <p:cNvPr id="1" name=""/>
        <p:cNvGrpSpPr/>
        <p:nvPr/>
      </p:nvGrpSpPr>
      <p:grpSpPr>
        <a:xfrm>
          <a:off x="0" y="0"/>
          <a:ext cx="0" cy="0"/>
          <a:chOff x="0" y="0"/>
          <a:chExt cx="0" cy="0"/>
        </a:xfrm>
      </p:grpSpPr>
      <p:sp>
        <p:nvSpPr>
          <p:cNvPr id="24" name="Picture Placeholder 25">
            <a:extLst>
              <a:ext uri="{FF2B5EF4-FFF2-40B4-BE49-F238E27FC236}">
                <a16:creationId xmlns:a16="http://schemas.microsoft.com/office/drawing/2014/main" id="{F59290A7-70C3-BCB6-9242-671EA21CA209}"/>
              </a:ext>
              <a:ext uri="{C183D7F6-B498-43B3-948B-1728B52AA6E4}">
                <adec:decorative xmlns:adec="http://schemas.microsoft.com/office/drawing/2017/decorative" val="1"/>
              </a:ext>
            </a:extLst>
          </p:cNvPr>
          <p:cNvSpPr>
            <a:spLocks noGrp="1"/>
          </p:cNvSpPr>
          <p:nvPr>
            <p:ph type="pic" sz="quarter" idx="13" hasCustomPrompt="1"/>
          </p:nvPr>
        </p:nvSpPr>
        <p:spPr>
          <a:xfrm>
            <a:off x="571501" y="571501"/>
            <a:ext cx="2590801" cy="361951"/>
          </a:xfrm>
        </p:spPr>
        <p:txBody>
          <a:bodyPr/>
          <a:lstStyle>
            <a:lvl1pPr marL="0" indent="0">
              <a:buNone/>
              <a:defRPr sz="1000" b="1"/>
            </a:lvl1pPr>
          </a:lstStyle>
          <a:p>
            <a:r>
              <a:rPr lang="en-US"/>
              <a:t>Click icon to insert client logo</a:t>
            </a:r>
          </a:p>
        </p:txBody>
      </p:sp>
      <p:sp>
        <p:nvSpPr>
          <p:cNvPr id="25" name="Title 1">
            <a:extLst>
              <a:ext uri="{FF2B5EF4-FFF2-40B4-BE49-F238E27FC236}">
                <a16:creationId xmlns:a16="http://schemas.microsoft.com/office/drawing/2014/main" id="{6BFB49F6-16B3-E139-059A-7C11BD17D22E}"/>
              </a:ext>
            </a:extLst>
          </p:cNvPr>
          <p:cNvSpPr>
            <a:spLocks noGrp="1"/>
          </p:cNvSpPr>
          <p:nvPr>
            <p:ph type="title"/>
          </p:nvPr>
        </p:nvSpPr>
        <p:spPr>
          <a:xfrm>
            <a:off x="571500" y="1231651"/>
            <a:ext cx="7285037" cy="837180"/>
          </a:xfrm>
        </p:spPr>
        <p:txBody>
          <a:bodyPr/>
          <a:lstStyle/>
          <a:p>
            <a:r>
              <a:rPr lang="en-US"/>
              <a:t>Click to edit Master title style</a:t>
            </a:r>
          </a:p>
        </p:txBody>
      </p:sp>
      <p:sp>
        <p:nvSpPr>
          <p:cNvPr id="21" name="Text Placeholder 11">
            <a:extLst>
              <a:ext uri="{FF2B5EF4-FFF2-40B4-BE49-F238E27FC236}">
                <a16:creationId xmlns:a16="http://schemas.microsoft.com/office/drawing/2014/main" id="{18AE4E22-5B33-79E7-C09D-EBD831947CE2}"/>
              </a:ext>
            </a:extLst>
          </p:cNvPr>
          <p:cNvSpPr>
            <a:spLocks noGrp="1"/>
          </p:cNvSpPr>
          <p:nvPr>
            <p:ph type="body" sz="quarter" idx="36"/>
          </p:nvPr>
        </p:nvSpPr>
        <p:spPr>
          <a:xfrm>
            <a:off x="571500" y="2286000"/>
            <a:ext cx="7289800" cy="457200"/>
          </a:xfrm>
        </p:spPr>
        <p:txBody>
          <a:bodyPr/>
          <a:lstStyle>
            <a:lvl1pPr marL="0" indent="0">
              <a:lnSpc>
                <a:spcPct val="90000"/>
              </a:lnSpc>
              <a:buNone/>
              <a:defRPr sz="22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26" name="Text Placeholder 44">
            <a:extLst>
              <a:ext uri="{FF2B5EF4-FFF2-40B4-BE49-F238E27FC236}">
                <a16:creationId xmlns:a16="http://schemas.microsoft.com/office/drawing/2014/main" id="{73BC812E-69B3-4089-6A8B-56A5EEB81FA4}"/>
              </a:ext>
            </a:extLst>
          </p:cNvPr>
          <p:cNvSpPr>
            <a:spLocks noGrp="1"/>
          </p:cNvSpPr>
          <p:nvPr>
            <p:ph type="body" sz="quarter" idx="23"/>
          </p:nvPr>
        </p:nvSpPr>
        <p:spPr>
          <a:xfrm>
            <a:off x="571498" y="2933701"/>
            <a:ext cx="2580469" cy="2728729"/>
          </a:xfrm>
        </p:spPr>
        <p:txBody>
          <a:bodyPr/>
          <a:lstStyle>
            <a:lvl1pPr marL="114297" indent="-114297">
              <a:spcBef>
                <a:spcPts val="0"/>
              </a:spcBef>
              <a:defRPr sz="1000"/>
            </a:lvl1pPr>
            <a:lvl2pPr marL="342891" indent="-115885">
              <a:spcBef>
                <a:spcPts val="0"/>
              </a:spcBef>
              <a:defRPr sz="1000"/>
            </a:lvl2pPr>
            <a:lvl3pPr marL="571486" indent="-111123">
              <a:spcBef>
                <a:spcPts val="0"/>
              </a:spcBef>
              <a:defRPr sz="1000"/>
            </a:lvl3pPr>
            <a:lvl4pPr marL="747695" indent="-122236">
              <a:spcBef>
                <a:spcPts val="0"/>
              </a:spcBef>
              <a:defRPr sz="1000"/>
            </a:lvl4pPr>
            <a:lvl5pPr marL="914377" indent="-115885">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34">
            <a:extLst>
              <a:ext uri="{FF2B5EF4-FFF2-40B4-BE49-F238E27FC236}">
                <a16:creationId xmlns:a16="http://schemas.microsoft.com/office/drawing/2014/main" id="{94E6D2A2-8162-13F6-769C-E5F56A7809D2}"/>
              </a:ext>
            </a:extLst>
          </p:cNvPr>
          <p:cNvSpPr>
            <a:spLocks noGrp="1"/>
          </p:cNvSpPr>
          <p:nvPr>
            <p:ph type="body" sz="quarter" idx="17"/>
          </p:nvPr>
        </p:nvSpPr>
        <p:spPr>
          <a:xfrm>
            <a:off x="571500" y="5879601"/>
            <a:ext cx="2580467" cy="406900"/>
          </a:xfrm>
        </p:spPr>
        <p:txBody>
          <a:bodyPr/>
          <a:lstStyle>
            <a:lvl1pPr marL="0" indent="0">
              <a:buNone/>
              <a:defRPr sz="1000"/>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Click to edit Master text styles</a:t>
            </a:r>
          </a:p>
        </p:txBody>
      </p:sp>
      <p:sp>
        <p:nvSpPr>
          <p:cNvPr id="37" name="Text Placeholder 34">
            <a:extLst>
              <a:ext uri="{FF2B5EF4-FFF2-40B4-BE49-F238E27FC236}">
                <a16:creationId xmlns:a16="http://schemas.microsoft.com/office/drawing/2014/main" id="{ACDD6796-4F48-7418-E2AA-C8C07F1A1401}"/>
              </a:ext>
            </a:extLst>
          </p:cNvPr>
          <p:cNvSpPr>
            <a:spLocks noGrp="1"/>
          </p:cNvSpPr>
          <p:nvPr>
            <p:ph type="body" sz="quarter" idx="30" hasCustomPrompt="1"/>
          </p:nvPr>
        </p:nvSpPr>
        <p:spPr>
          <a:xfrm>
            <a:off x="3390897" y="4120155"/>
            <a:ext cx="1651003" cy="195539"/>
          </a:xfrm>
        </p:spPr>
        <p:txBody>
          <a:bodyPr anchor="b"/>
          <a:lstStyle>
            <a:lvl1pPr marL="0" indent="0">
              <a:lnSpc>
                <a:spcPct val="100000"/>
              </a:lnSpc>
              <a:buNone/>
              <a:defRPr sz="1000" b="1"/>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Client</a:t>
            </a:r>
          </a:p>
        </p:txBody>
      </p:sp>
      <p:sp>
        <p:nvSpPr>
          <p:cNvPr id="42" name="Text Placeholder 44">
            <a:extLst>
              <a:ext uri="{FF2B5EF4-FFF2-40B4-BE49-F238E27FC236}">
                <a16:creationId xmlns:a16="http://schemas.microsoft.com/office/drawing/2014/main" id="{3C51105F-338A-E1AF-3049-2AFD1F66BBF5}"/>
              </a:ext>
            </a:extLst>
          </p:cNvPr>
          <p:cNvSpPr>
            <a:spLocks noGrp="1"/>
          </p:cNvSpPr>
          <p:nvPr>
            <p:ph type="body" sz="quarter" idx="33"/>
          </p:nvPr>
        </p:nvSpPr>
        <p:spPr>
          <a:xfrm>
            <a:off x="3390900" y="4475721"/>
            <a:ext cx="1651000" cy="1810780"/>
          </a:xfrm>
        </p:spPr>
        <p:txBody>
          <a:bodyPr/>
          <a:lstStyle>
            <a:lvl1pPr marL="114297" indent="-114297">
              <a:spcBef>
                <a:spcPts val="0"/>
              </a:spcBef>
              <a:defRPr sz="1000"/>
            </a:lvl1pPr>
            <a:lvl2pPr marL="342891" indent="-115885">
              <a:spcBef>
                <a:spcPts val="0"/>
              </a:spcBef>
              <a:defRPr sz="1000"/>
            </a:lvl2pPr>
            <a:lvl3pPr marL="571486" indent="-111123">
              <a:spcBef>
                <a:spcPts val="0"/>
              </a:spcBef>
              <a:defRPr sz="1000"/>
            </a:lvl3pPr>
            <a:lvl4pPr marL="747695" indent="-122236">
              <a:spcBef>
                <a:spcPts val="0"/>
              </a:spcBef>
              <a:defRPr sz="1000"/>
            </a:lvl4pPr>
            <a:lvl5pPr marL="914377" indent="-115885">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4">
            <a:extLst>
              <a:ext uri="{FF2B5EF4-FFF2-40B4-BE49-F238E27FC236}">
                <a16:creationId xmlns:a16="http://schemas.microsoft.com/office/drawing/2014/main" id="{E07C5E31-361F-AAF7-02FF-F08D52AB59C5}"/>
              </a:ext>
            </a:extLst>
          </p:cNvPr>
          <p:cNvSpPr>
            <a:spLocks noGrp="1"/>
          </p:cNvSpPr>
          <p:nvPr>
            <p:ph type="body" sz="quarter" idx="31" hasCustomPrompt="1"/>
          </p:nvPr>
        </p:nvSpPr>
        <p:spPr>
          <a:xfrm>
            <a:off x="5280834" y="4120155"/>
            <a:ext cx="1640665" cy="195539"/>
          </a:xfrm>
        </p:spPr>
        <p:txBody>
          <a:bodyPr anchor="b"/>
          <a:lstStyle>
            <a:lvl1pPr marL="0" indent="0">
              <a:lnSpc>
                <a:spcPct val="100000"/>
              </a:lnSpc>
              <a:buNone/>
              <a:defRPr sz="1000" b="1"/>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Solutions</a:t>
            </a:r>
          </a:p>
        </p:txBody>
      </p:sp>
      <p:sp>
        <p:nvSpPr>
          <p:cNvPr id="43" name="Text Placeholder 44">
            <a:extLst>
              <a:ext uri="{FF2B5EF4-FFF2-40B4-BE49-F238E27FC236}">
                <a16:creationId xmlns:a16="http://schemas.microsoft.com/office/drawing/2014/main" id="{1D47B2D7-00E0-B307-8968-8B1BBB9A731A}"/>
              </a:ext>
            </a:extLst>
          </p:cNvPr>
          <p:cNvSpPr>
            <a:spLocks noGrp="1"/>
          </p:cNvSpPr>
          <p:nvPr>
            <p:ph type="body" sz="quarter" idx="34"/>
          </p:nvPr>
        </p:nvSpPr>
        <p:spPr>
          <a:xfrm>
            <a:off x="5280834" y="4475721"/>
            <a:ext cx="1640665" cy="1810780"/>
          </a:xfrm>
        </p:spPr>
        <p:txBody>
          <a:bodyPr/>
          <a:lstStyle>
            <a:lvl1pPr marL="114297" indent="-114297">
              <a:spcBef>
                <a:spcPts val="0"/>
              </a:spcBef>
              <a:defRPr sz="1000"/>
            </a:lvl1pPr>
            <a:lvl2pPr marL="342891" indent="-115885">
              <a:spcBef>
                <a:spcPts val="0"/>
              </a:spcBef>
              <a:defRPr sz="1000"/>
            </a:lvl2pPr>
            <a:lvl3pPr marL="571486" indent="-111123">
              <a:spcBef>
                <a:spcPts val="0"/>
              </a:spcBef>
              <a:defRPr sz="1000"/>
            </a:lvl3pPr>
            <a:lvl4pPr marL="747695" indent="-122236">
              <a:spcBef>
                <a:spcPts val="0"/>
              </a:spcBef>
              <a:defRPr sz="1000"/>
            </a:lvl4pPr>
            <a:lvl5pPr marL="914377" indent="-115885">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34">
            <a:extLst>
              <a:ext uri="{FF2B5EF4-FFF2-40B4-BE49-F238E27FC236}">
                <a16:creationId xmlns:a16="http://schemas.microsoft.com/office/drawing/2014/main" id="{6F11AF7D-BDD0-BFDF-381B-A735A532C03F}"/>
              </a:ext>
            </a:extLst>
          </p:cNvPr>
          <p:cNvSpPr>
            <a:spLocks noGrp="1"/>
          </p:cNvSpPr>
          <p:nvPr>
            <p:ph type="body" sz="quarter" idx="32" hasCustomPrompt="1"/>
          </p:nvPr>
        </p:nvSpPr>
        <p:spPr>
          <a:xfrm>
            <a:off x="7160432" y="4120155"/>
            <a:ext cx="929469" cy="195539"/>
          </a:xfrm>
        </p:spPr>
        <p:txBody>
          <a:bodyPr anchor="b"/>
          <a:lstStyle>
            <a:lvl1pPr marL="0" indent="0">
              <a:lnSpc>
                <a:spcPct val="100000"/>
              </a:lnSpc>
              <a:buNone/>
              <a:defRPr sz="1000" b="1"/>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Platforms</a:t>
            </a:r>
          </a:p>
        </p:txBody>
      </p:sp>
      <p:sp>
        <p:nvSpPr>
          <p:cNvPr id="44" name="Text Placeholder 44">
            <a:extLst>
              <a:ext uri="{FF2B5EF4-FFF2-40B4-BE49-F238E27FC236}">
                <a16:creationId xmlns:a16="http://schemas.microsoft.com/office/drawing/2014/main" id="{2ECA239D-3E9B-FCA2-9CB4-5381EB0158C4}"/>
              </a:ext>
            </a:extLst>
          </p:cNvPr>
          <p:cNvSpPr>
            <a:spLocks noGrp="1"/>
          </p:cNvSpPr>
          <p:nvPr>
            <p:ph type="body" sz="quarter" idx="35"/>
          </p:nvPr>
        </p:nvSpPr>
        <p:spPr>
          <a:xfrm>
            <a:off x="7160432" y="4475721"/>
            <a:ext cx="929469" cy="1810780"/>
          </a:xfrm>
        </p:spPr>
        <p:txBody>
          <a:bodyPr/>
          <a:lstStyle>
            <a:lvl1pPr marL="114297" indent="-114297">
              <a:spcBef>
                <a:spcPts val="0"/>
              </a:spcBef>
              <a:defRPr sz="1000"/>
            </a:lvl1pPr>
            <a:lvl2pPr marL="342891" indent="-115885">
              <a:spcBef>
                <a:spcPts val="0"/>
              </a:spcBef>
              <a:defRPr sz="1000"/>
            </a:lvl2pPr>
            <a:lvl3pPr marL="571486" indent="-111123">
              <a:spcBef>
                <a:spcPts val="0"/>
              </a:spcBef>
              <a:defRPr sz="1000"/>
            </a:lvl3pPr>
            <a:lvl4pPr marL="747695" indent="-122236">
              <a:spcBef>
                <a:spcPts val="0"/>
              </a:spcBef>
              <a:defRPr sz="1000"/>
            </a:lvl4pPr>
            <a:lvl5pPr marL="914377" indent="-115885">
              <a:spcBef>
                <a:spcPts val="0"/>
              </a:spcBef>
              <a:defRPr sz="1000"/>
            </a:lvl5pPr>
          </a:lstStyle>
          <a:p>
            <a:pPr lvl="0"/>
            <a:r>
              <a:rPr lang="en-US"/>
              <a:t>Click to edit Master text styles</a:t>
            </a:r>
          </a:p>
          <a:p>
            <a:pPr lvl="1"/>
            <a:r>
              <a:rPr lang="en-US"/>
              <a:t>Second level</a:t>
            </a:r>
          </a:p>
          <a:p>
            <a:pPr lvl="2"/>
            <a:r>
              <a:rPr lang="en-US"/>
              <a:t>Third level</a:t>
            </a:r>
          </a:p>
        </p:txBody>
      </p:sp>
      <p:sp>
        <p:nvSpPr>
          <p:cNvPr id="29" name="Picture Placeholder 28">
            <a:extLst>
              <a:ext uri="{FF2B5EF4-FFF2-40B4-BE49-F238E27FC236}">
                <a16:creationId xmlns:a16="http://schemas.microsoft.com/office/drawing/2014/main" id="{B9BF247E-8504-5753-EE74-89AEB4906F9D}"/>
              </a:ext>
              <a:ext uri="{C183D7F6-B498-43B3-948B-1728B52AA6E4}">
                <adec:decorative xmlns:adec="http://schemas.microsoft.com/office/drawing/2017/decorative" val="0"/>
              </a:ext>
            </a:extLst>
          </p:cNvPr>
          <p:cNvSpPr>
            <a:spLocks noGrp="1"/>
          </p:cNvSpPr>
          <p:nvPr>
            <p:ph type="pic" sz="quarter" idx="24"/>
          </p:nvPr>
        </p:nvSpPr>
        <p:spPr>
          <a:xfrm>
            <a:off x="9029701"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30036C98-D224-33A5-CA57-A6B814AF24E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D98ABE0-084B-6499-BF82-44BC2D53157A}"/>
              </a:ext>
              <a:ext uri="{C183D7F6-B498-43B3-948B-1728B52AA6E4}">
                <adec:decorative xmlns:adec="http://schemas.microsoft.com/office/drawing/2017/decorative" val="1"/>
              </a:ext>
            </a:extLst>
          </p:cNvPr>
          <p:cNvSpPr>
            <a:spLocks noGrp="1"/>
          </p:cNvSpPr>
          <p:nvPr>
            <p:ph type="dt" sz="half" idx="11"/>
          </p:nvPr>
        </p:nvSpPr>
        <p:spPr/>
        <p:txBody>
          <a:bodyPr/>
          <a:lstStyle/>
          <a:p>
            <a:fld id="{00B13694-B473-4F5E-AED6-34957C909A7E}" type="datetimeyyyy">
              <a:rPr lang="en-US" smtClean="0"/>
              <a:t>2026</a:t>
            </a:fld>
            <a:endParaRPr lang="en-US"/>
          </a:p>
        </p:txBody>
      </p:sp>
      <p:sp>
        <p:nvSpPr>
          <p:cNvPr id="5" name="Slide Number Placeholder 4">
            <a:extLst>
              <a:ext uri="{FF2B5EF4-FFF2-40B4-BE49-F238E27FC236}">
                <a16:creationId xmlns:a16="http://schemas.microsoft.com/office/drawing/2014/main" id="{A6DCA947-6913-4ED0-3265-B85B85E39F5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9467870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lient Story 3">
    <p:spTree>
      <p:nvGrpSpPr>
        <p:cNvPr id="1" name=""/>
        <p:cNvGrpSpPr/>
        <p:nvPr/>
      </p:nvGrpSpPr>
      <p:grpSpPr>
        <a:xfrm>
          <a:off x="0" y="0"/>
          <a:ext cx="0" cy="0"/>
          <a:chOff x="0" y="0"/>
          <a:chExt cx="0" cy="0"/>
        </a:xfrm>
      </p:grpSpPr>
      <p:sp>
        <p:nvSpPr>
          <p:cNvPr id="29" name="Picture Placeholder 25">
            <a:extLst>
              <a:ext uri="{FF2B5EF4-FFF2-40B4-BE49-F238E27FC236}">
                <a16:creationId xmlns:a16="http://schemas.microsoft.com/office/drawing/2014/main" id="{F5297918-2D87-A118-7987-B9798671E86E}"/>
              </a:ext>
              <a:ext uri="{C183D7F6-B498-43B3-948B-1728B52AA6E4}">
                <adec:decorative xmlns:adec="http://schemas.microsoft.com/office/drawing/2017/decorative" val="0"/>
              </a:ext>
            </a:extLst>
          </p:cNvPr>
          <p:cNvSpPr>
            <a:spLocks noGrp="1"/>
          </p:cNvSpPr>
          <p:nvPr>
            <p:ph type="pic" sz="quarter" idx="13" hasCustomPrompt="1"/>
          </p:nvPr>
        </p:nvSpPr>
        <p:spPr>
          <a:xfrm>
            <a:off x="571501" y="571501"/>
            <a:ext cx="2590801" cy="361951"/>
          </a:xfrm>
        </p:spPr>
        <p:txBody>
          <a:bodyPr/>
          <a:lstStyle>
            <a:lvl1pPr marL="0" indent="0">
              <a:buNone/>
              <a:defRPr sz="1000" b="1"/>
            </a:lvl1pPr>
          </a:lstStyle>
          <a:p>
            <a:r>
              <a:rPr lang="en-US"/>
              <a:t>Click icon to insert client logo</a:t>
            </a:r>
          </a:p>
        </p:txBody>
      </p:sp>
      <p:sp>
        <p:nvSpPr>
          <p:cNvPr id="31" name="Picture Placeholder 28">
            <a:extLst>
              <a:ext uri="{FF2B5EF4-FFF2-40B4-BE49-F238E27FC236}">
                <a16:creationId xmlns:a16="http://schemas.microsoft.com/office/drawing/2014/main" id="{13B4D4E1-343E-CB7D-C5C7-EF29CD8A7C89}"/>
              </a:ext>
              <a:ext uri="{C183D7F6-B498-43B3-948B-1728B52AA6E4}">
                <adec:decorative xmlns:adec="http://schemas.microsoft.com/office/drawing/2017/decorative" val="0"/>
              </a:ext>
            </a:extLst>
          </p:cNvPr>
          <p:cNvSpPr>
            <a:spLocks noGrp="1"/>
          </p:cNvSpPr>
          <p:nvPr>
            <p:ph type="pic" sz="quarter" idx="14"/>
          </p:nvPr>
        </p:nvSpPr>
        <p:spPr>
          <a:xfrm>
            <a:off x="6234819" y="583692"/>
            <a:ext cx="5403684" cy="1489883"/>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30" name="Title 1">
            <a:extLst>
              <a:ext uri="{FF2B5EF4-FFF2-40B4-BE49-F238E27FC236}">
                <a16:creationId xmlns:a16="http://schemas.microsoft.com/office/drawing/2014/main" id="{F52ABCF0-0F8D-82C1-53AA-ED3504C63710}"/>
              </a:ext>
            </a:extLst>
          </p:cNvPr>
          <p:cNvSpPr>
            <a:spLocks noGrp="1"/>
          </p:cNvSpPr>
          <p:nvPr>
            <p:ph type="title"/>
          </p:nvPr>
        </p:nvSpPr>
        <p:spPr>
          <a:xfrm>
            <a:off x="571501" y="1232328"/>
            <a:ext cx="4699001" cy="841248"/>
          </a:xfrm>
        </p:spPr>
        <p:txBody>
          <a:bodyPr/>
          <a:lstStyle/>
          <a:p>
            <a:r>
              <a:rPr lang="en-US"/>
              <a:t>Click to edit Master title style</a:t>
            </a:r>
          </a:p>
        </p:txBody>
      </p:sp>
      <p:sp>
        <p:nvSpPr>
          <p:cNvPr id="40" name="Text Placeholder 11">
            <a:extLst>
              <a:ext uri="{FF2B5EF4-FFF2-40B4-BE49-F238E27FC236}">
                <a16:creationId xmlns:a16="http://schemas.microsoft.com/office/drawing/2014/main" id="{DD7FD1ED-F16A-B697-16F7-D41D3060C301}"/>
              </a:ext>
            </a:extLst>
          </p:cNvPr>
          <p:cNvSpPr>
            <a:spLocks noGrp="1"/>
          </p:cNvSpPr>
          <p:nvPr>
            <p:ph type="body" sz="quarter" idx="35"/>
          </p:nvPr>
        </p:nvSpPr>
        <p:spPr>
          <a:xfrm>
            <a:off x="571500" y="2286000"/>
            <a:ext cx="4699000" cy="457200"/>
          </a:xfrm>
        </p:spPr>
        <p:txBody>
          <a:bodyPr/>
          <a:lstStyle>
            <a:lvl1pPr marL="0" indent="0">
              <a:lnSpc>
                <a:spcPct val="90000"/>
              </a:lnSpc>
              <a:buNone/>
              <a:defRPr sz="1400"/>
            </a:lvl1pPr>
            <a:lvl2pPr marL="227006" indent="0">
              <a:buNone/>
              <a:defRPr/>
            </a:lvl2pPr>
            <a:lvl3pPr marL="460363" indent="0">
              <a:buNone/>
              <a:defRPr/>
            </a:lvl3pPr>
            <a:lvl4pPr marL="625459" indent="0">
              <a:buNone/>
              <a:defRPr/>
            </a:lvl4pPr>
            <a:lvl5pPr marL="798493" indent="0">
              <a:buNone/>
              <a:defRPr/>
            </a:lvl5pPr>
          </a:lstStyle>
          <a:p>
            <a:pPr lvl="0"/>
            <a:r>
              <a:rPr lang="en-US"/>
              <a:t>Click to edit Master text styles</a:t>
            </a:r>
          </a:p>
        </p:txBody>
      </p:sp>
      <p:sp>
        <p:nvSpPr>
          <p:cNvPr id="32" name="Text Placeholder 34">
            <a:extLst>
              <a:ext uri="{FF2B5EF4-FFF2-40B4-BE49-F238E27FC236}">
                <a16:creationId xmlns:a16="http://schemas.microsoft.com/office/drawing/2014/main" id="{4E47228C-5915-0FE3-0377-2D713CBC7338}"/>
              </a:ext>
            </a:extLst>
          </p:cNvPr>
          <p:cNvSpPr>
            <a:spLocks noGrp="1"/>
          </p:cNvSpPr>
          <p:nvPr>
            <p:ph type="body" sz="quarter" idx="30" hasCustomPrompt="1"/>
          </p:nvPr>
        </p:nvSpPr>
        <p:spPr>
          <a:xfrm>
            <a:off x="571501" y="2955625"/>
            <a:ext cx="2814017" cy="195539"/>
          </a:xfrm>
        </p:spPr>
        <p:txBody>
          <a:bodyPr anchor="b"/>
          <a:lstStyle>
            <a:lvl1pPr marL="0" indent="0">
              <a:lnSpc>
                <a:spcPct val="100000"/>
              </a:lnSpc>
              <a:buNone/>
              <a:defRPr sz="1000" b="1"/>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Why</a:t>
            </a:r>
          </a:p>
        </p:txBody>
      </p:sp>
      <p:sp>
        <p:nvSpPr>
          <p:cNvPr id="35" name="Text Placeholder 44">
            <a:extLst>
              <a:ext uri="{FF2B5EF4-FFF2-40B4-BE49-F238E27FC236}">
                <a16:creationId xmlns:a16="http://schemas.microsoft.com/office/drawing/2014/main" id="{625A3377-53FB-6855-BDCA-183857C094D6}"/>
              </a:ext>
            </a:extLst>
          </p:cNvPr>
          <p:cNvSpPr>
            <a:spLocks noGrp="1"/>
          </p:cNvSpPr>
          <p:nvPr>
            <p:ph type="body" sz="quarter" idx="23"/>
          </p:nvPr>
        </p:nvSpPr>
        <p:spPr>
          <a:xfrm>
            <a:off x="571498" y="3329838"/>
            <a:ext cx="2814017" cy="2332591"/>
          </a:xfrm>
        </p:spPr>
        <p:txBody>
          <a:bodyPr/>
          <a:lstStyle>
            <a:lvl1pPr marL="114297" indent="-114297">
              <a:spcBef>
                <a:spcPts val="0"/>
              </a:spcBef>
              <a:defRPr sz="1000"/>
            </a:lvl1pPr>
            <a:lvl2pPr marL="342891" indent="-115885">
              <a:spcBef>
                <a:spcPts val="0"/>
              </a:spcBef>
              <a:defRPr sz="1000"/>
            </a:lvl2pPr>
            <a:lvl3pPr marL="571486" indent="-111123">
              <a:spcBef>
                <a:spcPts val="0"/>
              </a:spcBef>
              <a:defRPr sz="1000"/>
            </a:lvl3pPr>
            <a:lvl4pPr marL="747695" indent="-122236">
              <a:spcBef>
                <a:spcPts val="0"/>
              </a:spcBef>
              <a:defRPr sz="1000"/>
            </a:lvl4pPr>
            <a:lvl5pPr marL="914377" indent="-115885">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34">
            <a:extLst>
              <a:ext uri="{FF2B5EF4-FFF2-40B4-BE49-F238E27FC236}">
                <a16:creationId xmlns:a16="http://schemas.microsoft.com/office/drawing/2014/main" id="{DCFEDDC6-F8EC-0D1A-7A95-4857D03A9E6C}"/>
              </a:ext>
            </a:extLst>
          </p:cNvPr>
          <p:cNvSpPr>
            <a:spLocks noGrp="1"/>
          </p:cNvSpPr>
          <p:nvPr>
            <p:ph type="body" sz="quarter" idx="31" hasCustomPrompt="1"/>
          </p:nvPr>
        </p:nvSpPr>
        <p:spPr>
          <a:xfrm>
            <a:off x="4337318" y="2955625"/>
            <a:ext cx="2814017" cy="195539"/>
          </a:xfrm>
        </p:spPr>
        <p:txBody>
          <a:bodyPr anchor="b"/>
          <a:lstStyle>
            <a:lvl1pPr marL="0" indent="0">
              <a:lnSpc>
                <a:spcPct val="100000"/>
              </a:lnSpc>
              <a:buNone/>
              <a:defRPr sz="1000" b="1"/>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What</a:t>
            </a:r>
          </a:p>
        </p:txBody>
      </p:sp>
      <p:sp>
        <p:nvSpPr>
          <p:cNvPr id="37" name="Text Placeholder 44">
            <a:extLst>
              <a:ext uri="{FF2B5EF4-FFF2-40B4-BE49-F238E27FC236}">
                <a16:creationId xmlns:a16="http://schemas.microsoft.com/office/drawing/2014/main" id="{95D00069-6290-0029-DA84-7D4F4C201387}"/>
              </a:ext>
            </a:extLst>
          </p:cNvPr>
          <p:cNvSpPr>
            <a:spLocks noGrp="1"/>
          </p:cNvSpPr>
          <p:nvPr>
            <p:ph type="body" sz="quarter" idx="33"/>
          </p:nvPr>
        </p:nvSpPr>
        <p:spPr>
          <a:xfrm>
            <a:off x="4337318" y="3329838"/>
            <a:ext cx="2814017" cy="2956663"/>
          </a:xfrm>
        </p:spPr>
        <p:txBody>
          <a:bodyPr/>
          <a:lstStyle>
            <a:lvl1pPr marL="114297" indent="-114297">
              <a:spcBef>
                <a:spcPts val="0"/>
              </a:spcBef>
              <a:defRPr sz="1000"/>
            </a:lvl1pPr>
            <a:lvl2pPr marL="342891" indent="-115885">
              <a:spcBef>
                <a:spcPts val="0"/>
              </a:spcBef>
              <a:defRPr sz="1000"/>
            </a:lvl2pPr>
            <a:lvl3pPr marL="571486" indent="-111123">
              <a:spcBef>
                <a:spcPts val="0"/>
              </a:spcBef>
              <a:defRPr sz="1000"/>
            </a:lvl3pPr>
            <a:lvl4pPr marL="747695" indent="-122236">
              <a:spcBef>
                <a:spcPts val="0"/>
              </a:spcBef>
              <a:defRPr sz="1000"/>
            </a:lvl4pPr>
            <a:lvl5pPr marL="914377" indent="-115885">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4">
            <a:extLst>
              <a:ext uri="{FF2B5EF4-FFF2-40B4-BE49-F238E27FC236}">
                <a16:creationId xmlns:a16="http://schemas.microsoft.com/office/drawing/2014/main" id="{99E42E70-6B26-F41D-4C4C-973CF011A7CD}"/>
              </a:ext>
            </a:extLst>
          </p:cNvPr>
          <p:cNvSpPr>
            <a:spLocks noGrp="1"/>
          </p:cNvSpPr>
          <p:nvPr>
            <p:ph type="body" sz="quarter" idx="32" hasCustomPrompt="1"/>
          </p:nvPr>
        </p:nvSpPr>
        <p:spPr>
          <a:xfrm>
            <a:off x="8098996" y="2955625"/>
            <a:ext cx="2814017" cy="195539"/>
          </a:xfrm>
        </p:spPr>
        <p:txBody>
          <a:bodyPr anchor="b"/>
          <a:lstStyle>
            <a:lvl1pPr marL="0" indent="0">
              <a:lnSpc>
                <a:spcPct val="100000"/>
              </a:lnSpc>
              <a:buNone/>
              <a:defRPr sz="1000" b="1"/>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Wow</a:t>
            </a:r>
          </a:p>
        </p:txBody>
      </p:sp>
      <p:sp>
        <p:nvSpPr>
          <p:cNvPr id="38" name="Text Placeholder 44">
            <a:extLst>
              <a:ext uri="{FF2B5EF4-FFF2-40B4-BE49-F238E27FC236}">
                <a16:creationId xmlns:a16="http://schemas.microsoft.com/office/drawing/2014/main" id="{5F1C306B-6778-A862-057F-A596F5708323}"/>
              </a:ext>
            </a:extLst>
          </p:cNvPr>
          <p:cNvSpPr>
            <a:spLocks noGrp="1"/>
          </p:cNvSpPr>
          <p:nvPr>
            <p:ph type="body" sz="quarter" idx="34"/>
          </p:nvPr>
        </p:nvSpPr>
        <p:spPr>
          <a:xfrm>
            <a:off x="8098996" y="3329838"/>
            <a:ext cx="2814017" cy="2956663"/>
          </a:xfrm>
        </p:spPr>
        <p:txBody>
          <a:bodyPr/>
          <a:lstStyle>
            <a:lvl1pPr marL="114297" indent="-114297">
              <a:spcBef>
                <a:spcPts val="0"/>
              </a:spcBef>
              <a:defRPr sz="1000"/>
            </a:lvl1pPr>
            <a:lvl2pPr marL="342891" indent="-115885">
              <a:spcBef>
                <a:spcPts val="0"/>
              </a:spcBef>
              <a:defRPr sz="1000"/>
            </a:lvl2pPr>
            <a:lvl3pPr marL="571486" indent="-111123">
              <a:spcBef>
                <a:spcPts val="0"/>
              </a:spcBef>
              <a:defRPr sz="1000"/>
            </a:lvl3pPr>
            <a:lvl4pPr marL="747695" indent="-122236">
              <a:spcBef>
                <a:spcPts val="0"/>
              </a:spcBef>
              <a:defRPr sz="1000"/>
            </a:lvl4pPr>
            <a:lvl5pPr marL="914377" indent="-115885">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4">
            <a:extLst>
              <a:ext uri="{FF2B5EF4-FFF2-40B4-BE49-F238E27FC236}">
                <a16:creationId xmlns:a16="http://schemas.microsoft.com/office/drawing/2014/main" id="{C41AABE2-EE86-8EE5-B351-2F0D94AC111B}"/>
              </a:ext>
            </a:extLst>
          </p:cNvPr>
          <p:cNvSpPr>
            <a:spLocks noGrp="1"/>
          </p:cNvSpPr>
          <p:nvPr>
            <p:ph type="body" sz="quarter" idx="17"/>
          </p:nvPr>
        </p:nvSpPr>
        <p:spPr>
          <a:xfrm>
            <a:off x="571501" y="5879601"/>
            <a:ext cx="2231135" cy="406900"/>
          </a:xfrm>
        </p:spPr>
        <p:txBody>
          <a:bodyPr/>
          <a:lstStyle>
            <a:lvl1pPr marL="0" indent="0">
              <a:buNone/>
              <a:defRPr sz="1000"/>
            </a:lvl1pPr>
            <a:lvl2pPr marL="227006" indent="0">
              <a:buNone/>
              <a:defRPr sz="900"/>
            </a:lvl2pPr>
            <a:lvl3pPr marL="460363" indent="0">
              <a:buNone/>
              <a:defRPr sz="900"/>
            </a:lvl3pPr>
            <a:lvl4pPr marL="625459" indent="0">
              <a:buNone/>
              <a:defRPr sz="900"/>
            </a:lvl4pPr>
            <a:lvl5pPr marL="798493" indent="0">
              <a:buNone/>
              <a:defRPr sz="900"/>
            </a:lvl5pPr>
          </a:lstStyle>
          <a:p>
            <a:pPr lvl="0"/>
            <a:r>
              <a:rPr lang="en-US"/>
              <a:t>Click to edit Master text styles</a:t>
            </a:r>
          </a:p>
        </p:txBody>
      </p:sp>
      <p:sp>
        <p:nvSpPr>
          <p:cNvPr id="3" name="Footer Placeholder 2">
            <a:extLst>
              <a:ext uri="{FF2B5EF4-FFF2-40B4-BE49-F238E27FC236}">
                <a16:creationId xmlns:a16="http://schemas.microsoft.com/office/drawing/2014/main" id="{0D75BED6-89F2-2FE6-C8BB-DCF2CF86042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0B703584-C487-B34F-2B5C-F9A9969CD5E8}"/>
              </a:ext>
              <a:ext uri="{C183D7F6-B498-43B3-948B-1728B52AA6E4}">
                <adec:decorative xmlns:adec="http://schemas.microsoft.com/office/drawing/2017/decorative" val="1"/>
              </a:ext>
            </a:extLst>
          </p:cNvPr>
          <p:cNvSpPr>
            <a:spLocks noGrp="1"/>
          </p:cNvSpPr>
          <p:nvPr>
            <p:ph type="dt" sz="half" idx="11"/>
          </p:nvPr>
        </p:nvSpPr>
        <p:spPr/>
        <p:txBody>
          <a:bodyPr/>
          <a:lstStyle/>
          <a:p>
            <a:fld id="{C99E96F2-1A31-48EF-9DB9-7D559E5AC5CD}" type="datetimeyyyy">
              <a:rPr lang="en-US" smtClean="0"/>
              <a:t>2026</a:t>
            </a:fld>
            <a:endParaRPr lang="en-US"/>
          </a:p>
        </p:txBody>
      </p:sp>
      <p:sp>
        <p:nvSpPr>
          <p:cNvPr id="5" name="Slide Number Placeholder 4">
            <a:extLst>
              <a:ext uri="{FF2B5EF4-FFF2-40B4-BE49-F238E27FC236}">
                <a16:creationId xmlns:a16="http://schemas.microsoft.com/office/drawing/2014/main" id="{9BEFD26E-5268-A28D-B7DC-884BB2EB825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734364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sultant Profil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4F88508-6093-78DA-EC40-1090B8A18CE5}"/>
              </a:ext>
              <a:ext uri="{C183D7F6-B498-43B3-948B-1728B52AA6E4}">
                <adec:decorative xmlns:adec="http://schemas.microsoft.com/office/drawing/2017/decorative" val="1"/>
              </a:ext>
            </a:extLst>
          </p:cNvPr>
          <p:cNvSpPr>
            <a:spLocks noGrp="1"/>
          </p:cNvSpPr>
          <p:nvPr>
            <p:ph type="pic" sz="quarter" idx="13"/>
          </p:nvPr>
        </p:nvSpPr>
        <p:spPr>
          <a:xfrm>
            <a:off x="571501" y="571500"/>
            <a:ext cx="1865376" cy="1865376"/>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a:lvl1pPr>
          </a:lstStyle>
          <a:p>
            <a:r>
              <a:rPr lang="en-US"/>
              <a:t>Click icon to add picture</a:t>
            </a:r>
          </a:p>
        </p:txBody>
      </p:sp>
      <p:cxnSp>
        <p:nvCxnSpPr>
          <p:cNvPr id="12" name="Straight Connector 11">
            <a:extLst>
              <a:ext uri="{FF2B5EF4-FFF2-40B4-BE49-F238E27FC236}">
                <a16:creationId xmlns:a16="http://schemas.microsoft.com/office/drawing/2014/main" id="{448F380C-D9F2-AC7E-CC4B-ACF105A8DA0F}"/>
              </a:ext>
              <a:ext uri="{C183D7F6-B498-43B3-948B-1728B52AA6E4}">
                <adec:decorative xmlns:adec="http://schemas.microsoft.com/office/drawing/2017/decorative" val="1"/>
              </a:ext>
            </a:extLst>
          </p:cNvPr>
          <p:cNvCxnSpPr>
            <a:cxnSpLocks/>
          </p:cNvCxnSpPr>
          <p:nvPr userDrawn="1"/>
        </p:nvCxnSpPr>
        <p:spPr>
          <a:xfrm flipH="1">
            <a:off x="9969499" y="1377683"/>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2DB5DF-F1EF-1BD1-2308-31D13FF94952}"/>
              </a:ext>
              <a:ext uri="{C183D7F6-B498-43B3-948B-1728B52AA6E4}">
                <adec:decorative xmlns:adec="http://schemas.microsoft.com/office/drawing/2017/decorative" val="1"/>
              </a:ext>
            </a:extLst>
          </p:cNvPr>
          <p:cNvCxnSpPr>
            <a:cxnSpLocks/>
          </p:cNvCxnSpPr>
          <p:nvPr userDrawn="1"/>
        </p:nvCxnSpPr>
        <p:spPr>
          <a:xfrm flipH="1">
            <a:off x="5272528" y="1374873"/>
            <a:ext cx="3766445"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E54A77A-3D12-63EA-66F3-ED1B3850380D}"/>
              </a:ext>
            </a:extLst>
          </p:cNvPr>
          <p:cNvSpPr>
            <a:spLocks noGrp="1"/>
          </p:cNvSpPr>
          <p:nvPr>
            <p:ph type="title" hasCustomPrompt="1"/>
          </p:nvPr>
        </p:nvSpPr>
        <p:spPr>
          <a:xfrm>
            <a:off x="567943" y="2741195"/>
            <a:ext cx="3740915" cy="990600"/>
          </a:xfrm>
        </p:spPr>
        <p:txBody>
          <a:bodyPr anchor="b"/>
          <a:lstStyle>
            <a:lvl1pPr>
              <a:defRPr/>
            </a:lvl1pPr>
          </a:lstStyle>
          <a:p>
            <a:r>
              <a:rPr lang="en-US" err="1"/>
              <a:t>Firstname</a:t>
            </a:r>
            <a:r>
              <a:rPr lang="en-US"/>
              <a:t> </a:t>
            </a:r>
            <a:r>
              <a:rPr lang="en-US" err="1"/>
              <a:t>Lastname</a:t>
            </a:r>
            <a:endParaRPr lang="en-US"/>
          </a:p>
        </p:txBody>
      </p:sp>
      <p:sp>
        <p:nvSpPr>
          <p:cNvPr id="21" name="Text Placeholder 20">
            <a:extLst>
              <a:ext uri="{FF2B5EF4-FFF2-40B4-BE49-F238E27FC236}">
                <a16:creationId xmlns:a16="http://schemas.microsoft.com/office/drawing/2014/main" id="{1188EF8E-2193-0355-E7DC-3D4D323EB293}"/>
              </a:ext>
            </a:extLst>
          </p:cNvPr>
          <p:cNvSpPr>
            <a:spLocks noGrp="1"/>
          </p:cNvSpPr>
          <p:nvPr>
            <p:ph type="body" sz="quarter" idx="14"/>
          </p:nvPr>
        </p:nvSpPr>
        <p:spPr>
          <a:xfrm>
            <a:off x="571500" y="3924297"/>
            <a:ext cx="3740915"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5">
            <a:extLst>
              <a:ext uri="{FF2B5EF4-FFF2-40B4-BE49-F238E27FC236}">
                <a16:creationId xmlns:a16="http://schemas.microsoft.com/office/drawing/2014/main" id="{EA1F67B3-9AE4-394F-690C-1A721AF84FDE}"/>
              </a:ext>
            </a:extLst>
          </p:cNvPr>
          <p:cNvSpPr>
            <a:spLocks noGrp="1"/>
          </p:cNvSpPr>
          <p:nvPr>
            <p:ph type="body" sz="quarter" idx="17" hasCustomPrompt="1"/>
          </p:nvPr>
        </p:nvSpPr>
        <p:spPr>
          <a:xfrm>
            <a:off x="5272527" y="571501"/>
            <a:ext cx="3757173" cy="622028"/>
          </a:xfrm>
        </p:spPr>
        <p:txBody>
          <a:bodyPr anchor="b"/>
          <a:lstStyle>
            <a:lvl1pPr marL="0" indent="0">
              <a:buNone/>
              <a:defRPr sz="1200" b="1" cap="all" spc="151" baseline="0">
                <a:solidFill>
                  <a:schemeClr val="accent1"/>
                </a:solidFill>
              </a:defRPr>
            </a:lvl1pPr>
            <a:lvl2pPr marL="227006" indent="0">
              <a:buNone/>
              <a:defRPr/>
            </a:lvl2pPr>
          </a:lstStyle>
          <a:p>
            <a:pPr lvl="0"/>
            <a:r>
              <a:rPr lang="en-US"/>
              <a:t>Relevant experience</a:t>
            </a:r>
          </a:p>
        </p:txBody>
      </p:sp>
      <p:sp>
        <p:nvSpPr>
          <p:cNvPr id="23" name="Text Placeholder 22">
            <a:extLst>
              <a:ext uri="{FF2B5EF4-FFF2-40B4-BE49-F238E27FC236}">
                <a16:creationId xmlns:a16="http://schemas.microsoft.com/office/drawing/2014/main" id="{B406DB24-9BAB-801B-17BA-45ECF4C90F9C}"/>
              </a:ext>
            </a:extLst>
          </p:cNvPr>
          <p:cNvSpPr>
            <a:spLocks noGrp="1"/>
          </p:cNvSpPr>
          <p:nvPr>
            <p:ph type="body" sz="quarter" idx="15"/>
          </p:nvPr>
        </p:nvSpPr>
        <p:spPr>
          <a:xfrm>
            <a:off x="5273677" y="1562100"/>
            <a:ext cx="3765297" cy="4533896"/>
          </a:xfrm>
        </p:spPr>
        <p:txBody>
          <a:bodyPr/>
          <a:lstStyle>
            <a:lvl1pPr marL="120648" indent="-120648">
              <a:defRPr sz="1000"/>
            </a:lvl1pPr>
            <a:lvl2pPr marL="403215" indent="-176209">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5">
            <a:extLst>
              <a:ext uri="{FF2B5EF4-FFF2-40B4-BE49-F238E27FC236}">
                <a16:creationId xmlns:a16="http://schemas.microsoft.com/office/drawing/2014/main" id="{44272DFB-858B-3160-31AA-257667556531}"/>
              </a:ext>
            </a:extLst>
          </p:cNvPr>
          <p:cNvSpPr>
            <a:spLocks noGrp="1"/>
          </p:cNvSpPr>
          <p:nvPr>
            <p:ph type="body" sz="quarter" idx="18" hasCustomPrompt="1"/>
          </p:nvPr>
        </p:nvSpPr>
        <p:spPr>
          <a:xfrm>
            <a:off x="9984259" y="571501"/>
            <a:ext cx="1620267" cy="622023"/>
          </a:xfrm>
        </p:spPr>
        <p:txBody>
          <a:bodyPr anchor="b"/>
          <a:lstStyle>
            <a:lvl1pPr marL="0" indent="0">
              <a:buNone/>
              <a:defRPr sz="1200" b="1" cap="all" spc="151" baseline="0">
                <a:solidFill>
                  <a:schemeClr val="accent1"/>
                </a:solidFill>
              </a:defRPr>
            </a:lvl1pPr>
            <a:lvl2pPr marL="227006" indent="0">
              <a:buNone/>
              <a:defRPr/>
            </a:lvl2pPr>
          </a:lstStyle>
          <a:p>
            <a:pPr lvl="0"/>
            <a:r>
              <a:rPr lang="en-US"/>
              <a:t>Skills</a:t>
            </a:r>
          </a:p>
        </p:txBody>
      </p:sp>
      <p:sp>
        <p:nvSpPr>
          <p:cNvPr id="24" name="Text Placeholder 22">
            <a:extLst>
              <a:ext uri="{FF2B5EF4-FFF2-40B4-BE49-F238E27FC236}">
                <a16:creationId xmlns:a16="http://schemas.microsoft.com/office/drawing/2014/main" id="{4CD92990-27E5-6EF1-B05C-48005CB63B1F}"/>
              </a:ext>
            </a:extLst>
          </p:cNvPr>
          <p:cNvSpPr>
            <a:spLocks noGrp="1"/>
          </p:cNvSpPr>
          <p:nvPr>
            <p:ph type="body" sz="quarter" idx="16"/>
          </p:nvPr>
        </p:nvSpPr>
        <p:spPr>
          <a:xfrm>
            <a:off x="9984259" y="1562100"/>
            <a:ext cx="1620267" cy="4533896"/>
          </a:xfrm>
        </p:spPr>
        <p:txBody>
          <a:bodyPr/>
          <a:lstStyle>
            <a:lvl1pPr marL="120648" indent="-120648">
              <a:defRPr sz="1000"/>
            </a:lvl1pPr>
            <a:lvl2pPr marL="403215" indent="-176209">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75C91D87-AF4A-FFD7-017B-CA0304C1C90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2902595-FEAC-6B1C-4520-58B29666C7E0}"/>
              </a:ext>
              <a:ext uri="{C183D7F6-B498-43B3-948B-1728B52AA6E4}">
                <adec:decorative xmlns:adec="http://schemas.microsoft.com/office/drawing/2017/decorative" val="1"/>
              </a:ext>
            </a:extLst>
          </p:cNvPr>
          <p:cNvSpPr>
            <a:spLocks noGrp="1"/>
          </p:cNvSpPr>
          <p:nvPr>
            <p:ph type="dt" sz="half" idx="11"/>
          </p:nvPr>
        </p:nvSpPr>
        <p:spPr/>
        <p:txBody>
          <a:bodyPr/>
          <a:lstStyle/>
          <a:p>
            <a:fld id="{2A25A080-1792-4392-BE38-5E620E52C462}" type="datetimeyyyy">
              <a:rPr lang="en-US" smtClean="0"/>
              <a:t>2026</a:t>
            </a:fld>
            <a:endParaRPr lang="en-US"/>
          </a:p>
        </p:txBody>
      </p:sp>
      <p:sp>
        <p:nvSpPr>
          <p:cNvPr id="5" name="Slide Number Placeholder 4">
            <a:extLst>
              <a:ext uri="{FF2B5EF4-FFF2-40B4-BE49-F238E27FC236}">
                <a16:creationId xmlns:a16="http://schemas.microsoft.com/office/drawing/2014/main" id="{FB782E6F-431A-7665-4546-3ED0A1E01C1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630124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wo image w/ squar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C273D-5BD8-E7E1-85A0-178676E45CC2}"/>
              </a:ext>
              <a:ext uri="{C183D7F6-B498-43B3-948B-1728B52AA6E4}">
                <adec:decorative xmlns:adec="http://schemas.microsoft.com/office/drawing/2017/decorative" val="1"/>
              </a:ext>
            </a:extLst>
          </p:cNvPr>
          <p:cNvSpPr/>
          <p:nvPr userDrawn="1"/>
        </p:nvSpPr>
        <p:spPr>
          <a:xfrm>
            <a:off x="0" y="1"/>
            <a:ext cx="6096000" cy="35623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Text Placeholder 16">
            <a:extLst>
              <a:ext uri="{FF2B5EF4-FFF2-40B4-BE49-F238E27FC236}">
                <a16:creationId xmlns:a16="http://schemas.microsoft.com/office/drawing/2014/main" id="{D098AB90-6E8A-85D3-32C9-317E798AFDFA}"/>
              </a:ext>
            </a:extLst>
          </p:cNvPr>
          <p:cNvSpPr>
            <a:spLocks noGrp="1"/>
          </p:cNvSpPr>
          <p:nvPr>
            <p:ph type="body" sz="quarter" idx="16"/>
          </p:nvPr>
        </p:nvSpPr>
        <p:spPr>
          <a:xfrm>
            <a:off x="1282700" y="557172"/>
            <a:ext cx="3759200" cy="495017"/>
          </a:xfrm>
        </p:spPr>
        <p:txBody>
          <a:bodyPr anchor="b"/>
          <a:lstStyle>
            <a:lvl1pPr marL="0" indent="0">
              <a:lnSpc>
                <a:spcPct val="90000"/>
              </a:lnSpc>
              <a:buNone/>
              <a:defRPr sz="1200" b="1" cap="all" spc="151" baseline="0">
                <a:solidFill>
                  <a:schemeClr val="bg1"/>
                </a:solidFill>
              </a:defRPr>
            </a:lvl1pPr>
          </a:lstStyle>
          <a:p>
            <a:pPr lvl="0"/>
            <a:r>
              <a:rPr lang="en-US"/>
              <a:t>Click to edit Master text styles</a:t>
            </a:r>
          </a:p>
        </p:txBody>
      </p:sp>
      <p:sp>
        <p:nvSpPr>
          <p:cNvPr id="17" name="Text Placeholder 16">
            <a:extLst>
              <a:ext uri="{FF2B5EF4-FFF2-40B4-BE49-F238E27FC236}">
                <a16:creationId xmlns:a16="http://schemas.microsoft.com/office/drawing/2014/main" id="{8AAD0F4C-FFBB-CC2D-83A4-15B41626479B}"/>
              </a:ext>
            </a:extLst>
          </p:cNvPr>
          <p:cNvSpPr>
            <a:spLocks noGrp="1"/>
          </p:cNvSpPr>
          <p:nvPr>
            <p:ph type="body" sz="quarter" idx="15"/>
          </p:nvPr>
        </p:nvSpPr>
        <p:spPr>
          <a:xfrm>
            <a:off x="1282700" y="1235034"/>
            <a:ext cx="3759200" cy="1508167"/>
          </a:xfrm>
        </p:spPr>
        <p:txBody>
          <a:bodyPr/>
          <a:lstStyle>
            <a:lvl1pPr marL="0" indent="0">
              <a:buNone/>
              <a:defRPr sz="2200">
                <a:solidFill>
                  <a:schemeClr val="bg1"/>
                </a:solidFill>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297F2D4D-AB7F-7B88-CCF6-E5F697F5CAED}"/>
              </a:ext>
              <a:ext uri="{C183D7F6-B498-43B3-948B-1728B52AA6E4}">
                <adec:decorative xmlns:adec="http://schemas.microsoft.com/office/drawing/2017/decorative" val="0"/>
              </a:ext>
            </a:extLst>
          </p:cNvPr>
          <p:cNvSpPr>
            <a:spLocks noGrp="1"/>
          </p:cNvSpPr>
          <p:nvPr>
            <p:ph type="pic" sz="quarter" idx="14"/>
          </p:nvPr>
        </p:nvSpPr>
        <p:spPr>
          <a:xfrm>
            <a:off x="6096001" y="0"/>
            <a:ext cx="6102395" cy="3429000"/>
          </a:xfrm>
          <a:custGeom>
            <a:avLst/>
            <a:gdLst>
              <a:gd name="connsiteX0" fmla="*/ 0 w 6121605"/>
              <a:gd name="connsiteY0" fmla="*/ 0 h 3429000"/>
              <a:gd name="connsiteX1" fmla="*/ 6121605 w 6121605"/>
              <a:gd name="connsiteY1" fmla="*/ 0 h 3429000"/>
              <a:gd name="connsiteX2" fmla="*/ 6121605 w 6121605"/>
              <a:gd name="connsiteY2" fmla="*/ 2857489 h 3429000"/>
              <a:gd name="connsiteX3" fmla="*/ 5548895 w 6121605"/>
              <a:gd name="connsiteY3" fmla="*/ 3429000 h 3429000"/>
              <a:gd name="connsiteX4" fmla="*/ 0 w 6121605"/>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1605" h="3429000">
                <a:moveTo>
                  <a:pt x="0" y="0"/>
                </a:moveTo>
                <a:lnTo>
                  <a:pt x="6121605" y="0"/>
                </a:lnTo>
                <a:lnTo>
                  <a:pt x="6121605" y="2857489"/>
                </a:lnTo>
                <a:cubicBezTo>
                  <a:pt x="6121605" y="3173126"/>
                  <a:pt x="5865194" y="3429000"/>
                  <a:pt x="5548895" y="3429000"/>
                </a:cubicBezTo>
                <a:lnTo>
                  <a:pt x="0" y="3429000"/>
                </a:lnTo>
                <a:close/>
              </a:path>
            </a:pathLst>
          </a:custGeom>
        </p:spPr>
        <p:txBody>
          <a:bodyPr wrap="square">
            <a:noAutofit/>
          </a:bodyPr>
          <a:lstStyle/>
          <a:p>
            <a:r>
              <a:rPr lang="en-US"/>
              <a:t>Click icon to add picture</a:t>
            </a:r>
          </a:p>
        </p:txBody>
      </p:sp>
      <p:sp>
        <p:nvSpPr>
          <p:cNvPr id="12" name="Picture Placeholder 11">
            <a:extLst>
              <a:ext uri="{FF2B5EF4-FFF2-40B4-BE49-F238E27FC236}">
                <a16:creationId xmlns:a16="http://schemas.microsoft.com/office/drawing/2014/main" id="{B5409D05-3C98-D050-0D6F-2A2628CDF15A}"/>
              </a:ext>
              <a:ext uri="{C183D7F6-B498-43B3-948B-1728B52AA6E4}">
                <adec:decorative xmlns:adec="http://schemas.microsoft.com/office/drawing/2017/decorative" val="0"/>
              </a:ext>
            </a:extLst>
          </p:cNvPr>
          <p:cNvSpPr>
            <a:spLocks noGrp="1"/>
          </p:cNvSpPr>
          <p:nvPr>
            <p:ph type="pic" sz="quarter" idx="13"/>
          </p:nvPr>
        </p:nvSpPr>
        <p:spPr>
          <a:xfrm>
            <a:off x="0" y="3429000"/>
            <a:ext cx="6096000" cy="3436939"/>
          </a:xfrm>
        </p:spPr>
        <p:txBody>
          <a:bodyPr/>
          <a:lstStyle/>
          <a:p>
            <a:r>
              <a:rPr lang="en-US"/>
              <a:t>Click icon to add picture</a:t>
            </a:r>
          </a:p>
        </p:txBody>
      </p:sp>
      <p:sp>
        <p:nvSpPr>
          <p:cNvPr id="20" name="Text Placeholder 16">
            <a:extLst>
              <a:ext uri="{FF2B5EF4-FFF2-40B4-BE49-F238E27FC236}">
                <a16:creationId xmlns:a16="http://schemas.microsoft.com/office/drawing/2014/main" id="{4D365ABC-5996-98B8-0B33-725C6CAD5839}"/>
              </a:ext>
            </a:extLst>
          </p:cNvPr>
          <p:cNvSpPr>
            <a:spLocks noGrp="1"/>
          </p:cNvSpPr>
          <p:nvPr>
            <p:ph type="body" sz="quarter" idx="18"/>
          </p:nvPr>
        </p:nvSpPr>
        <p:spPr>
          <a:xfrm>
            <a:off x="7150100" y="4114800"/>
            <a:ext cx="3759200" cy="292165"/>
          </a:xfrm>
        </p:spPr>
        <p:txBody>
          <a:bodyPr anchor="b"/>
          <a:lstStyle>
            <a:lvl1pPr marL="0" indent="0">
              <a:lnSpc>
                <a:spcPct val="90000"/>
              </a:lnSpc>
              <a:buNone/>
              <a:defRPr sz="1200" b="1" cap="all" spc="151" baseline="0">
                <a:solidFill>
                  <a:schemeClr val="accent1"/>
                </a:solidFill>
              </a:defRPr>
            </a:lvl1pPr>
          </a:lstStyle>
          <a:p>
            <a:pPr lvl="0"/>
            <a:r>
              <a:rPr lang="en-US"/>
              <a:t>Click to edit Master text styles</a:t>
            </a:r>
          </a:p>
        </p:txBody>
      </p:sp>
      <p:sp>
        <p:nvSpPr>
          <p:cNvPr id="19" name="Text Placeholder 16">
            <a:extLst>
              <a:ext uri="{FF2B5EF4-FFF2-40B4-BE49-F238E27FC236}">
                <a16:creationId xmlns:a16="http://schemas.microsoft.com/office/drawing/2014/main" id="{51D26A1B-AE8E-5DFA-85FE-D7D5C971C935}"/>
              </a:ext>
            </a:extLst>
          </p:cNvPr>
          <p:cNvSpPr>
            <a:spLocks noGrp="1"/>
          </p:cNvSpPr>
          <p:nvPr>
            <p:ph type="body" sz="quarter" idx="17"/>
          </p:nvPr>
        </p:nvSpPr>
        <p:spPr>
          <a:xfrm>
            <a:off x="7150100" y="4589813"/>
            <a:ext cx="3759200" cy="1696687"/>
          </a:xfrm>
        </p:spPr>
        <p:txBody>
          <a:bodyPr/>
          <a:lstStyle>
            <a:lvl1pPr marL="0" indent="0">
              <a:buNone/>
              <a:defRPr sz="2200"/>
            </a:lvl1pPr>
          </a:lstStyle>
          <a:p>
            <a:pPr lvl="0"/>
            <a:r>
              <a:rPr lang="en-US"/>
              <a:t>Click to edit Master text styles</a:t>
            </a:r>
          </a:p>
        </p:txBody>
      </p:sp>
      <p:sp>
        <p:nvSpPr>
          <p:cNvPr id="3" name="Footer Placeholder 2">
            <a:extLst>
              <a:ext uri="{FF2B5EF4-FFF2-40B4-BE49-F238E27FC236}">
                <a16:creationId xmlns:a16="http://schemas.microsoft.com/office/drawing/2014/main" id="{D109148D-2336-4FD5-7678-BEC7A9C269E4}"/>
              </a:ext>
              <a:ext uri="{C183D7F6-B498-43B3-948B-1728B52AA6E4}">
                <adec:decorative xmlns:adec="http://schemas.microsoft.com/office/drawing/2017/decorative" val="1"/>
              </a:ext>
            </a:extLst>
          </p:cNvPr>
          <p:cNvSpPr>
            <a:spLocks noGrp="1"/>
          </p:cNvSpPr>
          <p:nvPr>
            <p:ph type="ftr" sz="quarter" idx="10"/>
          </p:nvPr>
        </p:nvSpPr>
        <p:spPr>
          <a:xfrm>
            <a:off x="1645217" y="6503671"/>
            <a:ext cx="4023360" cy="137160"/>
          </a:xfrm>
        </p:spPr>
        <p:txBody>
          <a:bodyPr/>
          <a:lstStyle>
            <a:lvl1pPr>
              <a:defRPr>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9AE54A5D-BF91-532F-80BF-59D69DE99078}"/>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2"/>
                </a:solidFill>
              </a:defRPr>
            </a:lvl1pPr>
          </a:lstStyle>
          <a:p>
            <a:fld id="{AC09F21D-86C0-48B1-8956-21A994161978}" type="datetimeyyyy">
              <a:rPr lang="en-US" smtClean="0"/>
              <a:t>2026</a:t>
            </a:fld>
            <a:endParaRPr lang="en-US"/>
          </a:p>
        </p:txBody>
      </p:sp>
      <p:sp>
        <p:nvSpPr>
          <p:cNvPr id="5" name="Slide Number Placeholder 4">
            <a:extLst>
              <a:ext uri="{FF2B5EF4-FFF2-40B4-BE49-F238E27FC236}">
                <a16:creationId xmlns:a16="http://schemas.microsoft.com/office/drawing/2014/main" id="{9B30DC17-FAF7-CEE9-ACB8-56A8FF40F77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7" name="Text Placeholder 28">
            <a:extLst>
              <a:ext uri="{FF2B5EF4-FFF2-40B4-BE49-F238E27FC236}">
                <a16:creationId xmlns:a16="http://schemas.microsoft.com/office/drawing/2014/main" id="{7E377AD8-A33C-6129-93D3-533202357423}"/>
              </a:ext>
              <a:ext uri="{C183D7F6-B498-43B3-948B-1728B52AA6E4}">
                <adec:decorative xmlns:adec="http://schemas.microsoft.com/office/drawing/2017/decorative" val="1"/>
              </a:ext>
            </a:extLst>
          </p:cNvPr>
          <p:cNvSpPr>
            <a:spLocks noGrp="1" noChangeAspect="1"/>
          </p:cNvSpPr>
          <p:nvPr>
            <p:ph type="body" sz="quarter" idx="21"/>
          </p:nvPr>
        </p:nvSpPr>
        <p:spPr>
          <a:xfrm>
            <a:off x="576073" y="6473952"/>
            <a:ext cx="562041"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06" indent="0">
              <a:buNone/>
              <a:defRPr sz="600"/>
            </a:lvl2pPr>
            <a:lvl3pPr marL="460363" indent="0">
              <a:buNone/>
              <a:defRPr sz="600"/>
            </a:lvl3pPr>
            <a:lvl4pPr marL="625459" indent="0">
              <a:buNone/>
              <a:defRPr sz="600"/>
            </a:lvl4pPr>
            <a:lvl5pPr marL="798493" indent="0">
              <a:buNone/>
              <a:defRPr sz="600"/>
            </a:lvl5pPr>
          </a:lstStyle>
          <a:p>
            <a:pPr lvl="0"/>
            <a:r>
              <a:rPr lang="en-US"/>
              <a:t>Click to edit Master text styles</a:t>
            </a:r>
          </a:p>
        </p:txBody>
      </p:sp>
      <p:sp>
        <p:nvSpPr>
          <p:cNvPr id="8" name="Rectangle 7">
            <a:extLst>
              <a:ext uri="{FF2B5EF4-FFF2-40B4-BE49-F238E27FC236}">
                <a16:creationId xmlns:a16="http://schemas.microsoft.com/office/drawing/2014/main" id="{3437B129-6BBC-D2D2-F9EC-A1CFFCC7B68C}"/>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The Slalom logo, copyright symbol, date and footer text should be easy to read over your image. If it is hard to see, select the logo and </a:t>
            </a:r>
            <a:br>
              <a:rPr lang="en-US" sz="1000">
                <a:solidFill>
                  <a:schemeClr val="bg1"/>
                </a:solidFill>
              </a:rPr>
            </a:br>
            <a:r>
              <a:rPr lang="en-US" sz="1000">
                <a:solidFill>
                  <a:schemeClr val="bg1"/>
                </a:solidFill>
              </a:rPr>
              <a:t>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a:p>
            <a:pPr marL="174621" indent="-174621">
              <a:spcBef>
                <a:spcPts val="1200"/>
              </a:spcBef>
              <a:buFont typeface="Avenir Next LT Pro" panose="020B0504020202020204" pitchFamily="34" charset="0"/>
              <a:buChar char="•"/>
            </a:pPr>
            <a:r>
              <a:rPr lang="en-US" sz="1000">
                <a:solidFill>
                  <a:schemeClr val="bg1"/>
                </a:solidFill>
              </a:rPr>
              <a:t>The copyright symbol, date and footer text should always be either White, Background 1 or Gray, Text 2.</a:t>
            </a:r>
          </a:p>
        </p:txBody>
      </p:sp>
      <p:sp>
        <p:nvSpPr>
          <p:cNvPr id="28" name="Text Placeholder 27">
            <a:extLst>
              <a:ext uri="{FF2B5EF4-FFF2-40B4-BE49-F238E27FC236}">
                <a16:creationId xmlns:a16="http://schemas.microsoft.com/office/drawing/2014/main" id="{8C82ECBB-508A-C0BD-C854-09FC9EE69CAD}"/>
              </a:ext>
              <a:ext uri="{C183D7F6-B498-43B3-948B-1728B52AA6E4}">
                <adec:decorative xmlns:adec="http://schemas.microsoft.com/office/drawing/2017/decorative" val="1"/>
              </a:ext>
            </a:extLst>
          </p:cNvPr>
          <p:cNvSpPr>
            <a:spLocks noGrp="1"/>
          </p:cNvSpPr>
          <p:nvPr>
            <p:ph type="body" sz="quarter" idx="22"/>
          </p:nvPr>
        </p:nvSpPr>
        <p:spPr>
          <a:xfrm>
            <a:off x="1298449" y="6539766"/>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33">
                <a:noFill/>
              </a:defRPr>
            </a:lvl1pPr>
            <a:lvl2pPr marL="227006" indent="0">
              <a:buNone/>
              <a:defRPr sz="400"/>
            </a:lvl2pPr>
            <a:lvl3pPr marL="460363" indent="0">
              <a:buNone/>
              <a:defRPr sz="400"/>
            </a:lvl3pPr>
            <a:lvl4pPr marL="625459" indent="0">
              <a:buNone/>
              <a:defRPr sz="400"/>
            </a:lvl4pPr>
            <a:lvl5pPr marL="798493" indent="0">
              <a:buNone/>
              <a:defRPr sz="400"/>
            </a:lvl5pPr>
          </a:lstStyle>
          <a:p>
            <a:pPr lvl="0"/>
            <a:r>
              <a:rPr lang="en-US"/>
              <a:t>Click to edit Master text styles</a:t>
            </a:r>
          </a:p>
        </p:txBody>
      </p:sp>
    </p:spTree>
    <p:extLst>
      <p:ext uri="{BB962C8B-B14F-4D97-AF65-F5344CB8AC3E}">
        <p14:creationId xmlns:p14="http://schemas.microsoft.com/office/powerpoint/2010/main" val="175401453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p>
            <a:fld id="{1A5677DA-750D-4E26-A317-2E82EE9A7E3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4850763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Blank 2">
    <p:bg>
      <p:bgPr>
        <a:solidFill>
          <a:schemeClr val="accent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99004FBB-F6D2-4FB3-A70E-EF890FAC946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05664DA5-6A87-E42D-982F-335EC8227279}"/>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71502" y="6472120"/>
            <a:ext cx="562567" cy="145851"/>
          </a:xfrm>
          <a:prstGeom prst="rect">
            <a:avLst/>
          </a:prstGeom>
        </p:spPr>
      </p:pic>
      <p:sp>
        <p:nvSpPr>
          <p:cNvPr id="3" name="Footer Placeholder 3">
            <a:extLst>
              <a:ext uri="{FF2B5EF4-FFF2-40B4-BE49-F238E27FC236}">
                <a16:creationId xmlns:a16="http://schemas.microsoft.com/office/drawing/2014/main" id="{B6102F70-12D2-5411-17DD-873A6F26A253}"/>
              </a:ext>
              <a:ext uri="{C183D7F6-B498-43B3-948B-1728B52AA6E4}">
                <adec:decorative xmlns:adec="http://schemas.microsoft.com/office/drawing/2017/decorative" val="1"/>
              </a:ext>
            </a:extLst>
          </p:cNvPr>
          <p:cNvSpPr txBox="1">
            <a:spLocks/>
          </p:cNvSpPr>
          <p:nvPr userDrawn="1"/>
        </p:nvSpPr>
        <p:spPr>
          <a:xfrm>
            <a:off x="1299709" y="6503671"/>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solidFill>
                  <a:schemeClr val="tx1"/>
                </a:solidFill>
              </a:rPr>
              <a:t>©</a:t>
            </a:r>
          </a:p>
        </p:txBody>
      </p:sp>
    </p:spTree>
    <p:extLst>
      <p:ext uri="{BB962C8B-B14F-4D97-AF65-F5344CB8AC3E}">
        <p14:creationId xmlns:p14="http://schemas.microsoft.com/office/powerpoint/2010/main" val="3029492054"/>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Cover + Section Divider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 uri="{C183D7F6-B498-43B3-948B-1728B52AA6E4}">
                <adec:decorative xmlns:adec="http://schemas.microsoft.com/office/drawing/2017/decorative" val="0"/>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Additional Cover slides and section divider slides</a:t>
            </a:r>
          </a:p>
        </p:txBody>
      </p:sp>
    </p:spTree>
    <p:extLst>
      <p:ext uri="{BB962C8B-B14F-4D97-AF65-F5344CB8AC3E}">
        <p14:creationId xmlns:p14="http://schemas.microsoft.com/office/powerpoint/2010/main" val="11430642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2" y="971810"/>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2" y="1216686"/>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285999"/>
            <a:ext cx="8229600" cy="1828803"/>
          </a:xfrm>
        </p:spPr>
        <p:txBody>
          <a:bodyPr anchor="b"/>
          <a:lstStyle>
            <a:lvl1pPr algn="l">
              <a:defRPr sz="6600">
                <a:solidFill>
                  <a:schemeClr val="accent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2" y="4599052"/>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0" name="Picture Placeholder 5">
            <a:extLst>
              <a:ext uri="{FF2B5EF4-FFF2-40B4-BE49-F238E27FC236}">
                <a16:creationId xmlns:a16="http://schemas.microsoft.com/office/drawing/2014/main" id="{C2B27502-C2DC-9A63-9B23-BA9BE99318F2}"/>
              </a:ext>
              <a:ext uri="{C183D7F6-B498-43B3-948B-1728B52AA6E4}">
                <adec:decorative xmlns:adec="http://schemas.microsoft.com/office/drawing/2017/decorative" val="0"/>
              </a:ext>
            </a:extLst>
          </p:cNvPr>
          <p:cNvSpPr>
            <a:spLocks noGrp="1"/>
          </p:cNvSpPr>
          <p:nvPr>
            <p:ph type="pic" sz="quarter" idx="16" hasCustomPrompt="1"/>
          </p:nvPr>
        </p:nvSpPr>
        <p:spPr>
          <a:xfrm>
            <a:off x="1511301" y="5627683"/>
            <a:ext cx="3027623" cy="661824"/>
          </a:xfrm>
        </p:spPr>
        <p:txBody>
          <a:bodyPr anchor="ctr"/>
          <a:lstStyle>
            <a:lvl1pPr marL="0" indent="0" algn="ctr">
              <a:buNone/>
              <a:defRPr sz="900" b="1" cap="all" baseline="0"/>
            </a:lvl1pPr>
          </a:lstStyle>
          <a:p>
            <a:r>
              <a:rPr lang="en-US"/>
              <a:t>Click icon to insert Client logo</a:t>
            </a:r>
          </a:p>
        </p:txBody>
      </p:sp>
      <p:grpSp>
        <p:nvGrpSpPr>
          <p:cNvPr id="2" name="Group 1">
            <a:extLst>
              <a:ext uri="{FF2B5EF4-FFF2-40B4-BE49-F238E27FC236}">
                <a16:creationId xmlns:a16="http://schemas.microsoft.com/office/drawing/2014/main" id="{EA5E2D94-4793-834B-8C6B-3CC7644E4244}"/>
              </a:ext>
            </a:extLst>
          </p:cNvPr>
          <p:cNvGrpSpPr>
            <a:grpSpLocks noChangeAspect="1"/>
          </p:cNvGrpSpPr>
          <p:nvPr userDrawn="1"/>
        </p:nvGrpSpPr>
        <p:grpSpPr>
          <a:xfrm>
            <a:off x="9740900" y="365194"/>
            <a:ext cx="2012461" cy="481821"/>
            <a:chOff x="8952524" y="343965"/>
            <a:chExt cx="2743592" cy="656868"/>
          </a:xfrm>
        </p:grpSpPr>
        <p:pic>
          <p:nvPicPr>
            <p:cNvPr id="3" name="Picture 9">
              <a:extLst>
                <a:ext uri="{FF2B5EF4-FFF2-40B4-BE49-F238E27FC236}">
                  <a16:creationId xmlns:a16="http://schemas.microsoft.com/office/drawing/2014/main" id="{643950DD-0D7C-6E80-C02A-5B1667FC512A}"/>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4" name="Picture 3" descr="Circle&#10;&#10;Description automatically generated with medium confidence">
              <a:extLst>
                <a:ext uri="{FF2B5EF4-FFF2-40B4-BE49-F238E27FC236}">
                  <a16:creationId xmlns:a16="http://schemas.microsoft.com/office/drawing/2014/main" id="{BBA3CD6E-1823-6FC2-4DB8-4F459E330F07}"/>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5" name="Straight Connector 4">
              <a:extLst>
                <a:ext uri="{FF2B5EF4-FFF2-40B4-BE49-F238E27FC236}">
                  <a16:creationId xmlns:a16="http://schemas.microsoft.com/office/drawing/2014/main" id="{BE7E8063-1958-375C-C256-79A1F2ADABD3}"/>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126186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 Slide - Partner Logo">
    <p:bg>
      <p:bgPr>
        <a:solidFill>
          <a:schemeClr val="accent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7" name="Text Placeholder 4">
            <a:extLst>
              <a:ext uri="{FF2B5EF4-FFF2-40B4-BE49-F238E27FC236}">
                <a16:creationId xmlns:a16="http://schemas.microsoft.com/office/drawing/2014/main" id="{DBC706B5-DD0D-21FC-8DFC-D9B4B0C03970}"/>
              </a:ext>
              <a:ext uri="{C183D7F6-B498-43B3-948B-1728B52AA6E4}">
                <adec:decorative xmlns:adec="http://schemas.microsoft.com/office/drawing/2017/decorative" val="0"/>
              </a:ext>
            </a:extLst>
          </p:cNvPr>
          <p:cNvSpPr>
            <a:spLocks noGrp="1"/>
          </p:cNvSpPr>
          <p:nvPr userDrawn="1">
            <p:ph type="body" sz="quarter" idx="14" hasCustomPrompt="1"/>
          </p:nvPr>
        </p:nvSpPr>
        <p:spPr>
          <a:xfrm>
            <a:off x="1511302" y="1764475"/>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 uri="{C183D7F6-B498-43B3-948B-1728B52AA6E4}">
                <adec:decorative xmlns:adec="http://schemas.microsoft.com/office/drawing/2017/decorative" val="0"/>
              </a:ext>
            </a:extLst>
          </p:cNvPr>
          <p:cNvSpPr>
            <a:spLocks noGrp="1"/>
          </p:cNvSpPr>
          <p:nvPr userDrawn="1">
            <p:ph type="body" sz="quarter" idx="15" hasCustomPrompt="1"/>
          </p:nvPr>
        </p:nvSpPr>
        <p:spPr>
          <a:xfrm>
            <a:off x="1511302" y="2009353"/>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userDrawn="1">
            <p:ph type="ctrTitle"/>
          </p:nvPr>
        </p:nvSpPr>
        <p:spPr>
          <a:xfrm>
            <a:off x="1511300" y="2743202"/>
            <a:ext cx="8229600" cy="2362199"/>
          </a:xfrm>
        </p:spPr>
        <p:txBody>
          <a:bodyPr anchor="b"/>
          <a:lstStyle>
            <a:lvl1pPr algn="l">
              <a:defRPr sz="6600"/>
            </a:lvl1pPr>
          </a:lstStyle>
          <a:p>
            <a:r>
              <a:rPr lang="en-US"/>
              <a:t>Click to edit Master title style</a:t>
            </a:r>
          </a:p>
        </p:txBody>
      </p:sp>
      <p:sp>
        <p:nvSpPr>
          <p:cNvPr id="3" name="Subtitle 2">
            <a:extLst>
              <a:ext uri="{FF2B5EF4-FFF2-40B4-BE49-F238E27FC236}">
                <a16:creationId xmlns:a16="http://schemas.microsoft.com/office/drawing/2014/main" id="{56F8D719-2B49-447B-9B7B-DC72A26B3909}"/>
              </a:ext>
            </a:extLst>
          </p:cNvPr>
          <p:cNvSpPr>
            <a:spLocks noGrp="1"/>
          </p:cNvSpPr>
          <p:nvPr userDrawn="1">
            <p:ph type="subTitle" idx="1"/>
          </p:nvPr>
        </p:nvSpPr>
        <p:spPr>
          <a:xfrm>
            <a:off x="1511300" y="5317797"/>
            <a:ext cx="3759200" cy="281023"/>
          </a:xfrm>
        </p:spPr>
        <p:txBody>
          <a:bodyPr/>
          <a:lstStyle>
            <a:lvl1pPr marL="0" indent="0" algn="l">
              <a:spcBef>
                <a:spcPts val="0"/>
              </a:spcBef>
              <a:buNone/>
              <a:defRPr sz="1400" b="1"/>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userDrawn="1">
            <p:ph type="body" sz="quarter" idx="13"/>
          </p:nvPr>
        </p:nvSpPr>
        <p:spPr>
          <a:xfrm>
            <a:off x="1511301" y="5628726"/>
            <a:ext cx="3759200" cy="657775"/>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grpSp>
        <p:nvGrpSpPr>
          <p:cNvPr id="4" name="Group 3">
            <a:extLst>
              <a:ext uri="{FF2B5EF4-FFF2-40B4-BE49-F238E27FC236}">
                <a16:creationId xmlns:a16="http://schemas.microsoft.com/office/drawing/2014/main" id="{599ED95B-7AE8-63FF-74CB-8D9E8C983E5F}"/>
              </a:ext>
            </a:extLst>
          </p:cNvPr>
          <p:cNvGrpSpPr>
            <a:grpSpLocks noChangeAspect="1"/>
          </p:cNvGrpSpPr>
          <p:nvPr userDrawn="1"/>
        </p:nvGrpSpPr>
        <p:grpSpPr>
          <a:xfrm>
            <a:off x="9740900" y="365194"/>
            <a:ext cx="2012461" cy="481821"/>
            <a:chOff x="8952524" y="343965"/>
            <a:chExt cx="2743592" cy="656868"/>
          </a:xfrm>
        </p:grpSpPr>
        <p:pic>
          <p:nvPicPr>
            <p:cNvPr id="7" name="Picture 9">
              <a:extLst>
                <a:ext uri="{FF2B5EF4-FFF2-40B4-BE49-F238E27FC236}">
                  <a16:creationId xmlns:a16="http://schemas.microsoft.com/office/drawing/2014/main" id="{E037B6CD-FF81-267F-1C82-17E1B5972046}"/>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8" name="Picture 7" descr="Circle&#10;&#10;Description automatically generated with medium confidence">
              <a:extLst>
                <a:ext uri="{FF2B5EF4-FFF2-40B4-BE49-F238E27FC236}">
                  <a16:creationId xmlns:a16="http://schemas.microsoft.com/office/drawing/2014/main" id="{ABE96D39-40A1-A22A-30E1-56AD72142EA9}"/>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9" name="Straight Connector 8">
              <a:extLst>
                <a:ext uri="{FF2B5EF4-FFF2-40B4-BE49-F238E27FC236}">
                  <a16:creationId xmlns:a16="http://schemas.microsoft.com/office/drawing/2014/main" id="{06169E90-395E-703B-238F-22A02B590AF6}"/>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65646485"/>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ver Slide 2 - Partner Logo">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2" y="1752601"/>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2" y="1997478"/>
            <a:ext cx="8229599" cy="345415"/>
          </a:xfrm>
        </p:spPr>
        <p:txBody>
          <a:bodyPr anchor="ctr"/>
          <a:lstStyle>
            <a:lvl1pPr marL="0" indent="0">
              <a:buNone/>
              <a:defRPr sz="1200" b="1" cap="all" spc="151"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741996"/>
            <a:ext cx="8229600" cy="2363405"/>
          </a:xfrm>
        </p:spPr>
        <p:txBody>
          <a:bodyPr anchor="b"/>
          <a:lstStyle>
            <a:lvl1pPr algn="l">
              <a:defRPr sz="6600">
                <a:solidFill>
                  <a:schemeClr val="accent1"/>
                </a:solidFill>
              </a:defRPr>
            </a:lvl1pPr>
          </a:lstStyle>
          <a:p>
            <a:r>
              <a:rPr lang="en-US"/>
              <a:t>Click to edit Master title style</a:t>
            </a:r>
          </a:p>
        </p:txBody>
      </p:sp>
      <p:sp>
        <p:nvSpPr>
          <p:cNvPr id="23" name="Subtitle 2">
            <a:extLst>
              <a:ext uri="{FF2B5EF4-FFF2-40B4-BE49-F238E27FC236}">
                <a16:creationId xmlns:a16="http://schemas.microsoft.com/office/drawing/2014/main" id="{223208DF-94D6-71EF-9D57-7E591ED72FA8}"/>
              </a:ext>
            </a:extLst>
          </p:cNvPr>
          <p:cNvSpPr>
            <a:spLocks noGrp="1"/>
          </p:cNvSpPr>
          <p:nvPr>
            <p:ph type="subTitle" idx="1"/>
          </p:nvPr>
        </p:nvSpPr>
        <p:spPr>
          <a:xfrm>
            <a:off x="1511300" y="5313391"/>
            <a:ext cx="3759200" cy="281023"/>
          </a:xfrm>
        </p:spPr>
        <p:txBody>
          <a:bodyPr/>
          <a:lstStyle>
            <a:lvl1pPr marL="0" indent="0" algn="l">
              <a:spcBef>
                <a:spcPts val="0"/>
              </a:spcBef>
              <a:buNone/>
              <a:defRPr sz="1400" b="1"/>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1" y="5624321"/>
            <a:ext cx="3759200"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grpSp>
        <p:nvGrpSpPr>
          <p:cNvPr id="4" name="Group 3">
            <a:extLst>
              <a:ext uri="{FF2B5EF4-FFF2-40B4-BE49-F238E27FC236}">
                <a16:creationId xmlns:a16="http://schemas.microsoft.com/office/drawing/2014/main" id="{E691191E-07AB-236B-8D38-A194C66A193F}"/>
              </a:ext>
            </a:extLst>
          </p:cNvPr>
          <p:cNvGrpSpPr>
            <a:grpSpLocks noChangeAspect="1"/>
          </p:cNvGrpSpPr>
          <p:nvPr userDrawn="1"/>
        </p:nvGrpSpPr>
        <p:grpSpPr>
          <a:xfrm>
            <a:off x="9740900" y="365194"/>
            <a:ext cx="2012461" cy="481821"/>
            <a:chOff x="8952524" y="343965"/>
            <a:chExt cx="2743592" cy="656868"/>
          </a:xfrm>
        </p:grpSpPr>
        <p:pic>
          <p:nvPicPr>
            <p:cNvPr id="5" name="Picture 9">
              <a:extLst>
                <a:ext uri="{FF2B5EF4-FFF2-40B4-BE49-F238E27FC236}">
                  <a16:creationId xmlns:a16="http://schemas.microsoft.com/office/drawing/2014/main" id="{A0FBFA7C-994F-A3DF-D485-87F091021D2C}"/>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6" name="Picture 5" descr="Circle&#10;&#10;Description automatically generated with medium confidence">
              <a:extLst>
                <a:ext uri="{FF2B5EF4-FFF2-40B4-BE49-F238E27FC236}">
                  <a16:creationId xmlns:a16="http://schemas.microsoft.com/office/drawing/2014/main" id="{4416D509-7024-9724-BF8F-4ED2489979D4}"/>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7" name="Straight Connector 6">
              <a:extLst>
                <a:ext uri="{FF2B5EF4-FFF2-40B4-BE49-F238E27FC236}">
                  <a16:creationId xmlns:a16="http://schemas.microsoft.com/office/drawing/2014/main" id="{B4F63370-AD53-450E-50FC-12EBEA6BC267}"/>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06969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800"/>
          </a:xfrm>
        </p:spPr>
        <p:txBody>
          <a:bodyPr anchor="t"/>
          <a:lstStyle>
            <a:lvl1pPr algn="l">
              <a:defRPr sz="5400">
                <a:solidFill>
                  <a:schemeClr val="tx1"/>
                </a:solidFill>
              </a:defRPr>
            </a:lvl1pPr>
          </a:lstStyle>
          <a:p>
            <a:r>
              <a:rPr lang="en-US"/>
              <a:t>Click to edit Master title style</a:t>
            </a:r>
          </a:p>
        </p:txBody>
      </p:sp>
      <p:sp>
        <p:nvSpPr>
          <p:cNvPr id="20" name="Text Placeholder 4">
            <a:extLst>
              <a:ext uri="{FF2B5EF4-FFF2-40B4-BE49-F238E27FC236}">
                <a16:creationId xmlns:a16="http://schemas.microsoft.com/office/drawing/2014/main" id="{8054F7FC-C80C-E0CC-59AE-79AAAD29A470}"/>
              </a:ext>
            </a:extLst>
          </p:cNvPr>
          <p:cNvSpPr>
            <a:spLocks noGrp="1"/>
          </p:cNvSpPr>
          <p:nvPr>
            <p:ph type="body" sz="quarter" idx="13" hasCustomPrompt="1"/>
          </p:nvPr>
        </p:nvSpPr>
        <p:spPr>
          <a:xfrm>
            <a:off x="1511300" y="5873498"/>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01. Section indicator</a:t>
            </a:r>
          </a:p>
        </p:txBody>
      </p:sp>
      <p:sp>
        <p:nvSpPr>
          <p:cNvPr id="21" name="Text Placeholder 4">
            <a:extLst>
              <a:ext uri="{FF2B5EF4-FFF2-40B4-BE49-F238E27FC236}">
                <a16:creationId xmlns:a16="http://schemas.microsoft.com/office/drawing/2014/main" id="{DC055F5E-0403-AE46-E374-BD2A8C1AAB09}"/>
              </a:ext>
            </a:extLst>
          </p:cNvPr>
          <p:cNvSpPr>
            <a:spLocks noGrp="1"/>
          </p:cNvSpPr>
          <p:nvPr>
            <p:ph type="body" sz="quarter" idx="15" hasCustomPrompt="1"/>
          </p:nvPr>
        </p:nvSpPr>
        <p:spPr>
          <a:xfrm>
            <a:off x="3390900" y="5873498"/>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02. Section indicator</a:t>
            </a:r>
          </a:p>
        </p:txBody>
      </p:sp>
      <p:sp>
        <p:nvSpPr>
          <p:cNvPr id="23" name="Text Placeholder 4">
            <a:extLst>
              <a:ext uri="{FF2B5EF4-FFF2-40B4-BE49-F238E27FC236}">
                <a16:creationId xmlns:a16="http://schemas.microsoft.com/office/drawing/2014/main" id="{10FABD76-3F00-0FAF-2469-1F2536153E4A}"/>
              </a:ext>
            </a:extLst>
          </p:cNvPr>
          <p:cNvSpPr>
            <a:spLocks noGrp="1"/>
          </p:cNvSpPr>
          <p:nvPr>
            <p:ph type="body" sz="quarter" idx="16" hasCustomPrompt="1"/>
          </p:nvPr>
        </p:nvSpPr>
        <p:spPr>
          <a:xfrm>
            <a:off x="5270502" y="5873498"/>
            <a:ext cx="1650999"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03. Section indicator</a:t>
            </a:r>
          </a:p>
        </p:txBody>
      </p:sp>
      <p:sp>
        <p:nvSpPr>
          <p:cNvPr id="25" name="Text Placeholder 4">
            <a:extLst>
              <a:ext uri="{FF2B5EF4-FFF2-40B4-BE49-F238E27FC236}">
                <a16:creationId xmlns:a16="http://schemas.microsoft.com/office/drawing/2014/main" id="{6EA5E727-161E-4C13-B53C-A18124F61C4E}"/>
              </a:ext>
            </a:extLst>
          </p:cNvPr>
          <p:cNvSpPr>
            <a:spLocks noGrp="1"/>
          </p:cNvSpPr>
          <p:nvPr>
            <p:ph type="body" sz="quarter" idx="17" hasCustomPrompt="1"/>
          </p:nvPr>
        </p:nvSpPr>
        <p:spPr>
          <a:xfrm>
            <a:off x="7150105" y="5873498"/>
            <a:ext cx="1650996"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04. Section indicator</a:t>
            </a:r>
          </a:p>
        </p:txBody>
      </p:sp>
      <p:sp>
        <p:nvSpPr>
          <p:cNvPr id="26" name="Text Placeholder 4">
            <a:extLst>
              <a:ext uri="{FF2B5EF4-FFF2-40B4-BE49-F238E27FC236}">
                <a16:creationId xmlns:a16="http://schemas.microsoft.com/office/drawing/2014/main" id="{FCC5001C-8747-ABB4-2ACA-EC2ADE747BFF}"/>
              </a:ext>
            </a:extLst>
          </p:cNvPr>
          <p:cNvSpPr>
            <a:spLocks noGrp="1"/>
          </p:cNvSpPr>
          <p:nvPr>
            <p:ph type="body" sz="quarter" idx="18" hasCustomPrompt="1"/>
          </p:nvPr>
        </p:nvSpPr>
        <p:spPr>
          <a:xfrm>
            <a:off x="9030833" y="5873498"/>
            <a:ext cx="1649868"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05. Section indicator</a:t>
            </a:r>
          </a:p>
        </p:txBody>
      </p:sp>
      <p:grpSp>
        <p:nvGrpSpPr>
          <p:cNvPr id="2" name="Group 1">
            <a:extLst>
              <a:ext uri="{FF2B5EF4-FFF2-40B4-BE49-F238E27FC236}">
                <a16:creationId xmlns:a16="http://schemas.microsoft.com/office/drawing/2014/main" id="{6ECF51F0-2191-6927-9837-7F7995D7B04F}"/>
              </a:ext>
            </a:extLst>
          </p:cNvPr>
          <p:cNvGrpSpPr>
            <a:grpSpLocks noChangeAspect="1"/>
          </p:cNvGrpSpPr>
          <p:nvPr userDrawn="1"/>
        </p:nvGrpSpPr>
        <p:grpSpPr>
          <a:xfrm>
            <a:off x="9740900" y="365194"/>
            <a:ext cx="2012461" cy="481821"/>
            <a:chOff x="8952524" y="343965"/>
            <a:chExt cx="2743592" cy="656868"/>
          </a:xfrm>
        </p:grpSpPr>
        <p:pic>
          <p:nvPicPr>
            <p:cNvPr id="3" name="Picture 9">
              <a:extLst>
                <a:ext uri="{FF2B5EF4-FFF2-40B4-BE49-F238E27FC236}">
                  <a16:creationId xmlns:a16="http://schemas.microsoft.com/office/drawing/2014/main" id="{C3882766-0128-09A1-04DD-DE43D83DDDFE}"/>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4" name="Picture 3" descr="Circle&#10;&#10;Description automatically generated with medium confidence">
              <a:extLst>
                <a:ext uri="{FF2B5EF4-FFF2-40B4-BE49-F238E27FC236}">
                  <a16:creationId xmlns:a16="http://schemas.microsoft.com/office/drawing/2014/main" id="{C6667675-0322-527C-41EC-2BBD12B71AEA}"/>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5" name="Straight Connector 4">
              <a:extLst>
                <a:ext uri="{FF2B5EF4-FFF2-40B4-BE49-F238E27FC236}">
                  <a16:creationId xmlns:a16="http://schemas.microsoft.com/office/drawing/2014/main" id="{48A16443-495B-F68D-EED8-B7D33738124B}"/>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5322091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1FF95A9-5EDA-B440-A493-7CDCA3BDACF6}"/>
              </a:ext>
              <a:ext uri="{C183D7F6-B498-43B3-948B-1728B52AA6E4}">
                <adec:decorative xmlns:adec="http://schemas.microsoft.com/office/drawing/2017/decorative" val="0"/>
              </a:ext>
            </a:extLst>
          </p:cNvPr>
          <p:cNvSpPr>
            <a:spLocks noGrp="1"/>
          </p:cNvSpPr>
          <p:nvPr>
            <p:ph type="pic" sz="quarter" idx="11"/>
          </p:nvPr>
        </p:nvSpPr>
        <p:spPr>
          <a:xfrm>
            <a:off x="137160" y="1"/>
            <a:ext cx="12054840" cy="6858000"/>
          </a:xfrm>
        </p:spPr>
        <p:txBody>
          <a:bodyPr/>
          <a:lstStyle>
            <a:lvl1pPr marL="0" indent="0">
              <a:buNone/>
              <a:defRPr/>
            </a:lvl1pPr>
          </a:lstStyle>
          <a:p>
            <a:r>
              <a:rPr lang="en-US"/>
              <a:t>Click icon to add picture</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4" name="Rectangle 3">
            <a:extLst>
              <a:ext uri="{FF2B5EF4-FFF2-40B4-BE49-F238E27FC236}">
                <a16:creationId xmlns:a16="http://schemas.microsoft.com/office/drawing/2014/main" id="{775C3BF7-4D71-258C-E50C-26FE62CBF4F2}"/>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This layout is built in layers, with placeholders that should float over the image. </a:t>
            </a:r>
          </a:p>
          <a:p>
            <a:pPr marL="174621" indent="-174621">
              <a:spcBef>
                <a:spcPts val="1200"/>
              </a:spcBef>
              <a:buFont typeface="Avenir Next LT Pro" panose="020B0504020202020204" pitchFamily="34" charset="0"/>
              <a:buChar char="•"/>
            </a:pPr>
            <a:r>
              <a:rPr lang="en-US" sz="1000">
                <a:solidFill>
                  <a:schemeClr val="bg1"/>
                </a:solidFill>
              </a:rPr>
              <a:t>In order to add an image, click on the </a:t>
            </a:r>
            <a:br>
              <a:rPr lang="en-US" sz="1000">
                <a:solidFill>
                  <a:schemeClr val="bg1"/>
                </a:solidFill>
              </a:rPr>
            </a:br>
            <a:r>
              <a:rPr lang="en-US" sz="1000">
                <a:solidFill>
                  <a:schemeClr val="bg1"/>
                </a:solidFill>
              </a:rPr>
              <a:t>text box placeholder with the dotted line. </a:t>
            </a:r>
            <a:br>
              <a:rPr lang="en-US" sz="1000">
                <a:solidFill>
                  <a:schemeClr val="bg1"/>
                </a:solidFill>
              </a:rPr>
            </a:br>
            <a:r>
              <a:rPr lang="en-US" sz="1000">
                <a:solidFill>
                  <a:schemeClr val="bg1"/>
                </a:solidFill>
              </a:rPr>
              <a:t>Use Arrange &gt; Send to back.</a:t>
            </a:r>
          </a:p>
          <a:p>
            <a:pPr marL="174621" indent="-174621">
              <a:spcBef>
                <a:spcPts val="1200"/>
              </a:spcBef>
              <a:buFont typeface="Avenir Next LT Pro" panose="020B0504020202020204" pitchFamily="34" charset="0"/>
              <a:buChar char="•"/>
            </a:pPr>
            <a:r>
              <a:rPr lang="en-US" sz="1000">
                <a:solidFill>
                  <a:schemeClr val="bg1"/>
                </a:solidFill>
              </a:rPr>
              <a:t>Now the image icon will be clickable.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To correct the order, use the Reset button. </a:t>
            </a:r>
            <a:br>
              <a:rPr lang="en-US" sz="1000">
                <a:solidFill>
                  <a:schemeClr val="bg1"/>
                </a:solidFill>
              </a:rPr>
            </a:br>
            <a:r>
              <a:rPr lang="en-US" sz="1000">
                <a:solidFill>
                  <a:schemeClr val="bg1"/>
                </a:solidFill>
              </a:rPr>
              <a:t>If the Reset button upsets any cropping, </a:t>
            </a:r>
            <a:br>
              <a:rPr lang="en-US" sz="1000">
                <a:solidFill>
                  <a:schemeClr val="bg1"/>
                </a:solidFill>
              </a:rPr>
            </a:br>
            <a:r>
              <a:rPr lang="en-US" sz="1000">
                <a:solidFill>
                  <a:schemeClr val="bg1"/>
                </a:solidFill>
              </a:rPr>
              <a:t>use Arrange &gt; Send to back when selected </a:t>
            </a:r>
            <a:br>
              <a:rPr lang="en-US" sz="1000">
                <a:solidFill>
                  <a:schemeClr val="bg1"/>
                </a:solidFill>
              </a:rPr>
            </a:br>
            <a:r>
              <a:rPr lang="en-US" sz="1000">
                <a:solidFill>
                  <a:schemeClr val="bg1"/>
                </a:solidFill>
              </a:rPr>
              <a:t>on the image. </a:t>
            </a:r>
          </a:p>
          <a:p>
            <a:pPr marL="174621" indent="-174621">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7"/>
            <a:ext cx="1651000" cy="961683"/>
          </a:xfrm>
        </p:spPr>
        <p:txBody>
          <a:bodyPr/>
          <a:lstStyle>
            <a:lvl1pPr marL="0" indent="0" algn="r">
              <a:lnSpc>
                <a:spcPct val="80000"/>
              </a:lnSpc>
              <a:spcBef>
                <a:spcPts val="0"/>
              </a:spcBef>
              <a:buNone/>
              <a:defRPr sz="5400" b="1">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lvl1pPr>
          </a:lstStyle>
          <a:p>
            <a:r>
              <a:rPr lang="en-US"/>
              <a:t>Click to edit Master title style</a:t>
            </a:r>
          </a:p>
        </p:txBody>
      </p:sp>
      <p:grpSp>
        <p:nvGrpSpPr>
          <p:cNvPr id="5" name="Group 4">
            <a:extLst>
              <a:ext uri="{FF2B5EF4-FFF2-40B4-BE49-F238E27FC236}">
                <a16:creationId xmlns:a16="http://schemas.microsoft.com/office/drawing/2014/main" id="{2D18FD06-A925-BBA0-036C-48679D76208E}"/>
              </a:ext>
            </a:extLst>
          </p:cNvPr>
          <p:cNvGrpSpPr>
            <a:grpSpLocks noChangeAspect="1"/>
          </p:cNvGrpSpPr>
          <p:nvPr userDrawn="1"/>
        </p:nvGrpSpPr>
        <p:grpSpPr>
          <a:xfrm>
            <a:off x="9740900" y="365194"/>
            <a:ext cx="2012461" cy="481821"/>
            <a:chOff x="8952524" y="343965"/>
            <a:chExt cx="2743592" cy="656868"/>
          </a:xfrm>
        </p:grpSpPr>
        <p:pic>
          <p:nvPicPr>
            <p:cNvPr id="6" name="Picture 9">
              <a:extLst>
                <a:ext uri="{FF2B5EF4-FFF2-40B4-BE49-F238E27FC236}">
                  <a16:creationId xmlns:a16="http://schemas.microsoft.com/office/drawing/2014/main" id="{E1B94DF8-D1AB-C4EA-E436-729441295EDC}"/>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7" name="Picture 6" descr="Circle&#10;&#10;Description automatically generated with medium confidence">
              <a:extLst>
                <a:ext uri="{FF2B5EF4-FFF2-40B4-BE49-F238E27FC236}">
                  <a16:creationId xmlns:a16="http://schemas.microsoft.com/office/drawing/2014/main" id="{131D4629-0668-B7EE-21F2-90E70188FE62}"/>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8" name="Straight Connector 7">
              <a:extLst>
                <a:ext uri="{FF2B5EF4-FFF2-40B4-BE49-F238E27FC236}">
                  <a16:creationId xmlns:a16="http://schemas.microsoft.com/office/drawing/2014/main" id="{21CC0F1E-59CC-0C70-5677-5D8D1DE9273F}"/>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0970147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ection Divider 4">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7" y="3268436"/>
            <a:ext cx="3767283" cy="655864"/>
          </a:xfrm>
        </p:spPr>
        <p:txBody>
          <a:bodyPr anchor="b"/>
          <a:lstStyle>
            <a:lvl1pPr marL="0" indent="0">
              <a:lnSpc>
                <a:spcPct val="90000"/>
              </a:lnSpc>
              <a:buNone/>
              <a:defRPr sz="4400" b="1">
                <a:solidFill>
                  <a:schemeClr val="accent2"/>
                </a:solidFill>
              </a:defRPr>
            </a:lvl1pPr>
            <a:lvl2pPr marL="227006"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7" y="4114801"/>
            <a:ext cx="3767283" cy="2171703"/>
          </a:xfrm>
        </p:spPr>
        <p:txBody>
          <a:bodyPr/>
          <a:lstStyle>
            <a:lvl1pPr marL="0" indent="0">
              <a:lnSpc>
                <a:spcPct val="90000"/>
              </a:lnSpc>
              <a:buNone/>
              <a:defRPr sz="4400" b="1">
                <a:solidFill>
                  <a:schemeClr val="bg1"/>
                </a:solidFill>
              </a:defRPr>
            </a:lvl1pPr>
            <a:lvl2pPr marL="227006"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FF1F3A0A-741D-4634-B260-DC2AC3B3B4A5}"/>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grpSp>
        <p:nvGrpSpPr>
          <p:cNvPr id="2" name="Group 1">
            <a:extLst>
              <a:ext uri="{FF2B5EF4-FFF2-40B4-BE49-F238E27FC236}">
                <a16:creationId xmlns:a16="http://schemas.microsoft.com/office/drawing/2014/main" id="{5E53FA6C-4631-A8C4-CED4-E0EC6CD8977E}"/>
              </a:ext>
            </a:extLst>
          </p:cNvPr>
          <p:cNvGrpSpPr>
            <a:grpSpLocks noChangeAspect="1"/>
          </p:cNvGrpSpPr>
          <p:nvPr userDrawn="1"/>
        </p:nvGrpSpPr>
        <p:grpSpPr>
          <a:xfrm>
            <a:off x="9740900" y="365194"/>
            <a:ext cx="2012461" cy="481821"/>
            <a:chOff x="8952524" y="343965"/>
            <a:chExt cx="2743592" cy="656868"/>
          </a:xfrm>
        </p:grpSpPr>
        <p:pic>
          <p:nvPicPr>
            <p:cNvPr id="4" name="Picture 9">
              <a:extLst>
                <a:ext uri="{FF2B5EF4-FFF2-40B4-BE49-F238E27FC236}">
                  <a16:creationId xmlns:a16="http://schemas.microsoft.com/office/drawing/2014/main" id="{47302212-EED7-03F3-EC1A-3ECD9C8FF3C3}"/>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5" name="Picture 4" descr="Circle&#10;&#10;Description automatically generated with medium confidence">
              <a:extLst>
                <a:ext uri="{FF2B5EF4-FFF2-40B4-BE49-F238E27FC236}">
                  <a16:creationId xmlns:a16="http://schemas.microsoft.com/office/drawing/2014/main" id="{3A77E8D2-0078-894C-8FC7-B5E40427BD22}"/>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6" name="Straight Connector 5">
              <a:extLst>
                <a:ext uri="{FF2B5EF4-FFF2-40B4-BE49-F238E27FC236}">
                  <a16:creationId xmlns:a16="http://schemas.microsoft.com/office/drawing/2014/main" id="{79FB0A9A-81B2-008B-93D3-2F89A8CC59CD}"/>
                </a:ext>
              </a:extLst>
            </p:cNvPr>
            <p:cNvCxnSpPr>
              <a:cxnSpLocks/>
            </p:cNvCxnSpPr>
            <p:nvPr userDrawn="1"/>
          </p:nvCxnSpPr>
          <p:spPr>
            <a:xfrm>
              <a:off x="10503161" y="347480"/>
              <a:ext cx="0" cy="649838"/>
            </a:xfrm>
            <a:prstGeom prst="line">
              <a:avLst/>
            </a:prstGeom>
            <a:ln w="9525" cap="flat">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876201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Section Divider 5">
    <p:bg>
      <p:bgPr>
        <a:solidFill>
          <a:schemeClr val="accent3"/>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7" y="3268436"/>
            <a:ext cx="3767283" cy="655864"/>
          </a:xfrm>
        </p:spPr>
        <p:txBody>
          <a:bodyPr anchor="b"/>
          <a:lstStyle>
            <a:lvl1pPr marL="0" indent="0">
              <a:lnSpc>
                <a:spcPct val="90000"/>
              </a:lnSpc>
              <a:buNone/>
              <a:defRPr sz="4400" b="1">
                <a:solidFill>
                  <a:srgbClr val="00BAD6"/>
                </a:solidFill>
              </a:defRPr>
            </a:lvl1pPr>
            <a:lvl2pPr marL="227006"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7" y="4114801"/>
            <a:ext cx="3767283" cy="2171703"/>
          </a:xfrm>
        </p:spPr>
        <p:txBody>
          <a:bodyPr/>
          <a:lstStyle>
            <a:lvl1pPr marL="0" indent="0">
              <a:lnSpc>
                <a:spcPct val="90000"/>
              </a:lnSpc>
              <a:buNone/>
              <a:defRPr sz="4400" b="1">
                <a:solidFill>
                  <a:schemeClr val="tx1"/>
                </a:solidFill>
              </a:defRPr>
            </a:lvl1pPr>
            <a:lvl2pPr marL="227006"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9D65C71B-4FCE-CBB0-293A-AA672621E81E}"/>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grpSp>
        <p:nvGrpSpPr>
          <p:cNvPr id="2" name="Group 1">
            <a:extLst>
              <a:ext uri="{FF2B5EF4-FFF2-40B4-BE49-F238E27FC236}">
                <a16:creationId xmlns:a16="http://schemas.microsoft.com/office/drawing/2014/main" id="{79491D41-3598-16F2-2A25-400C54704238}"/>
              </a:ext>
            </a:extLst>
          </p:cNvPr>
          <p:cNvGrpSpPr>
            <a:grpSpLocks noChangeAspect="1"/>
          </p:cNvGrpSpPr>
          <p:nvPr userDrawn="1"/>
        </p:nvGrpSpPr>
        <p:grpSpPr>
          <a:xfrm>
            <a:off x="9740900" y="365194"/>
            <a:ext cx="2012461" cy="481821"/>
            <a:chOff x="8952524" y="343965"/>
            <a:chExt cx="2743592" cy="656868"/>
          </a:xfrm>
        </p:grpSpPr>
        <p:pic>
          <p:nvPicPr>
            <p:cNvPr id="4" name="Picture 9">
              <a:extLst>
                <a:ext uri="{FF2B5EF4-FFF2-40B4-BE49-F238E27FC236}">
                  <a16:creationId xmlns:a16="http://schemas.microsoft.com/office/drawing/2014/main" id="{C8BBA0BC-B122-087E-7AA8-78864CC48578}"/>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5" name="Picture 4" descr="Circle&#10;&#10;Description automatically generated with medium confidence">
              <a:extLst>
                <a:ext uri="{FF2B5EF4-FFF2-40B4-BE49-F238E27FC236}">
                  <a16:creationId xmlns:a16="http://schemas.microsoft.com/office/drawing/2014/main" id="{3DB7091C-BEE5-22D9-46B9-80D47EDEACEE}"/>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6" name="Straight Connector 5">
              <a:extLst>
                <a:ext uri="{FF2B5EF4-FFF2-40B4-BE49-F238E27FC236}">
                  <a16:creationId xmlns:a16="http://schemas.microsoft.com/office/drawing/2014/main" id="{B851F50E-7FE4-7F2A-FA91-F4E805694AA0}"/>
                </a:ext>
              </a:extLst>
            </p:cNvPr>
            <p:cNvCxnSpPr>
              <a:cxnSpLocks/>
            </p:cNvCxnSpPr>
            <p:nvPr userDrawn="1"/>
          </p:nvCxnSpPr>
          <p:spPr>
            <a:xfrm>
              <a:off x="10503161" y="347480"/>
              <a:ext cx="0" cy="649838"/>
            </a:xfrm>
            <a:prstGeom prst="line">
              <a:avLst/>
            </a:prstGeom>
            <a:ln w="9525" cap="flat">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504495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ection Divider 6">
    <p:bg>
      <p:bgPr>
        <a:solidFill>
          <a:schemeClr val="accent4"/>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7" y="3268436"/>
            <a:ext cx="3767283" cy="655864"/>
          </a:xfrm>
        </p:spPr>
        <p:txBody>
          <a:bodyPr anchor="b"/>
          <a:lstStyle>
            <a:lvl1pPr marL="0" indent="0">
              <a:lnSpc>
                <a:spcPct val="90000"/>
              </a:lnSpc>
              <a:buNone/>
              <a:defRPr sz="4400" b="1">
                <a:solidFill>
                  <a:srgbClr val="E6154A"/>
                </a:solidFill>
              </a:defRPr>
            </a:lvl1pPr>
            <a:lvl2pPr marL="227006"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7" y="4114801"/>
            <a:ext cx="3767283" cy="2171703"/>
          </a:xfrm>
        </p:spPr>
        <p:txBody>
          <a:bodyPr/>
          <a:lstStyle>
            <a:lvl1pPr marL="0" indent="0">
              <a:lnSpc>
                <a:spcPct val="90000"/>
              </a:lnSpc>
              <a:buNone/>
              <a:defRPr sz="4400" b="1">
                <a:solidFill>
                  <a:schemeClr val="tx1"/>
                </a:solidFill>
              </a:defRPr>
            </a:lvl1pPr>
            <a:lvl2pPr marL="227006" indent="0">
              <a:lnSpc>
                <a:spcPct val="90000"/>
              </a:lnSpc>
              <a:buNone/>
              <a:defRPr sz="4400" b="1">
                <a:solidFill>
                  <a:schemeClr val="tx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56C00429-0DB9-D129-A63A-156A3D854FB6}"/>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grpSp>
        <p:nvGrpSpPr>
          <p:cNvPr id="2" name="Group 1">
            <a:extLst>
              <a:ext uri="{FF2B5EF4-FFF2-40B4-BE49-F238E27FC236}">
                <a16:creationId xmlns:a16="http://schemas.microsoft.com/office/drawing/2014/main" id="{D37E127B-ADA3-037E-3EB3-2AD4B34480B6}"/>
              </a:ext>
            </a:extLst>
          </p:cNvPr>
          <p:cNvGrpSpPr>
            <a:grpSpLocks noChangeAspect="1"/>
          </p:cNvGrpSpPr>
          <p:nvPr userDrawn="1"/>
        </p:nvGrpSpPr>
        <p:grpSpPr>
          <a:xfrm>
            <a:off x="9740900" y="365194"/>
            <a:ext cx="2012461" cy="481821"/>
            <a:chOff x="8952524" y="343965"/>
            <a:chExt cx="2743592" cy="656868"/>
          </a:xfrm>
        </p:grpSpPr>
        <p:pic>
          <p:nvPicPr>
            <p:cNvPr id="4" name="Picture 9">
              <a:extLst>
                <a:ext uri="{FF2B5EF4-FFF2-40B4-BE49-F238E27FC236}">
                  <a16:creationId xmlns:a16="http://schemas.microsoft.com/office/drawing/2014/main" id="{B161A416-8603-CF7C-EB0C-4D14016CBCE3}"/>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5" name="Picture 4" descr="Circle&#10;&#10;Description automatically generated with medium confidence">
              <a:extLst>
                <a:ext uri="{FF2B5EF4-FFF2-40B4-BE49-F238E27FC236}">
                  <a16:creationId xmlns:a16="http://schemas.microsoft.com/office/drawing/2014/main" id="{283B0025-AA14-A99E-2AD4-138EE854547D}"/>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6" name="Straight Connector 5">
              <a:extLst>
                <a:ext uri="{FF2B5EF4-FFF2-40B4-BE49-F238E27FC236}">
                  <a16:creationId xmlns:a16="http://schemas.microsoft.com/office/drawing/2014/main" id="{9B71B72C-446C-0D45-F02E-4FB4DB6C07FC}"/>
                </a:ext>
              </a:extLst>
            </p:cNvPr>
            <p:cNvCxnSpPr>
              <a:cxnSpLocks/>
            </p:cNvCxnSpPr>
            <p:nvPr userDrawn="1"/>
          </p:nvCxnSpPr>
          <p:spPr>
            <a:xfrm>
              <a:off x="10503161" y="347480"/>
              <a:ext cx="0" cy="649838"/>
            </a:xfrm>
            <a:prstGeom prst="line">
              <a:avLst/>
            </a:prstGeom>
            <a:noFill/>
            <a:ln w="9525" cap="flat" cmpd="sng" algn="ctr">
              <a:solidFill>
                <a:srgbClr val="FFFFFF"/>
              </a:solidFill>
              <a:prstDash val="solid"/>
              <a:miter lim="800000"/>
            </a:ln>
            <a:effectLst/>
          </p:spPr>
        </p:cxnSp>
      </p:grpSp>
    </p:spTree>
    <p:extLst>
      <p:ext uri="{BB962C8B-B14F-4D97-AF65-F5344CB8AC3E}">
        <p14:creationId xmlns:p14="http://schemas.microsoft.com/office/powerpoint/2010/main" val="13240481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ection Divider 7">
    <p:bg>
      <p:bgPr>
        <a:solidFill>
          <a:schemeClr val="accent5"/>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7" y="3268436"/>
            <a:ext cx="3767283" cy="655864"/>
          </a:xfrm>
        </p:spPr>
        <p:txBody>
          <a:bodyPr anchor="b"/>
          <a:lstStyle>
            <a:lvl1pPr marL="0" indent="0">
              <a:lnSpc>
                <a:spcPct val="90000"/>
              </a:lnSpc>
              <a:buNone/>
              <a:defRPr sz="4400" b="1">
                <a:solidFill>
                  <a:srgbClr val="9488F0"/>
                </a:solidFill>
              </a:defRPr>
            </a:lvl1pPr>
            <a:lvl2pPr marL="227006"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7" y="4114801"/>
            <a:ext cx="3767283" cy="2171703"/>
          </a:xfrm>
        </p:spPr>
        <p:txBody>
          <a:bodyPr/>
          <a:lstStyle>
            <a:lvl1pPr marL="0" indent="0">
              <a:lnSpc>
                <a:spcPct val="90000"/>
              </a:lnSpc>
              <a:buNone/>
              <a:defRPr sz="4400" b="1">
                <a:solidFill>
                  <a:schemeClr val="tx1"/>
                </a:solidFill>
              </a:defRPr>
            </a:lvl1pPr>
            <a:lvl2pPr marL="227006"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3E450F9A-D728-B5D6-3FC5-C27AC11D44A9}"/>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grpSp>
        <p:nvGrpSpPr>
          <p:cNvPr id="2" name="Group 1">
            <a:extLst>
              <a:ext uri="{FF2B5EF4-FFF2-40B4-BE49-F238E27FC236}">
                <a16:creationId xmlns:a16="http://schemas.microsoft.com/office/drawing/2014/main" id="{7A07A34C-7B4E-357E-B331-E9D91986FBDF}"/>
              </a:ext>
            </a:extLst>
          </p:cNvPr>
          <p:cNvGrpSpPr>
            <a:grpSpLocks noChangeAspect="1"/>
          </p:cNvGrpSpPr>
          <p:nvPr userDrawn="1"/>
        </p:nvGrpSpPr>
        <p:grpSpPr>
          <a:xfrm>
            <a:off x="9740900" y="365194"/>
            <a:ext cx="2012461" cy="481821"/>
            <a:chOff x="8952524" y="343965"/>
            <a:chExt cx="2743592" cy="656868"/>
          </a:xfrm>
        </p:grpSpPr>
        <p:pic>
          <p:nvPicPr>
            <p:cNvPr id="4" name="Picture 9">
              <a:extLst>
                <a:ext uri="{FF2B5EF4-FFF2-40B4-BE49-F238E27FC236}">
                  <a16:creationId xmlns:a16="http://schemas.microsoft.com/office/drawing/2014/main" id="{77F47C89-943A-6518-5AF8-170C66B6D7C4}"/>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5" name="Picture 4" descr="Circle&#10;&#10;Description automatically generated with medium confidence">
              <a:extLst>
                <a:ext uri="{FF2B5EF4-FFF2-40B4-BE49-F238E27FC236}">
                  <a16:creationId xmlns:a16="http://schemas.microsoft.com/office/drawing/2014/main" id="{1C15DC56-80EF-E6AA-9C05-A3167C5DEB75}"/>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6" name="Straight Connector 5">
              <a:extLst>
                <a:ext uri="{FF2B5EF4-FFF2-40B4-BE49-F238E27FC236}">
                  <a16:creationId xmlns:a16="http://schemas.microsoft.com/office/drawing/2014/main" id="{3C5C8115-0FD1-DB37-E34D-91D93F1E83D3}"/>
                </a:ext>
              </a:extLst>
            </p:cNvPr>
            <p:cNvCxnSpPr>
              <a:cxnSpLocks/>
            </p:cNvCxnSpPr>
            <p:nvPr userDrawn="1"/>
          </p:nvCxnSpPr>
          <p:spPr>
            <a:xfrm>
              <a:off x="10503161" y="347480"/>
              <a:ext cx="0" cy="649838"/>
            </a:xfrm>
            <a:prstGeom prst="line">
              <a:avLst/>
            </a:prstGeom>
            <a:noFill/>
            <a:ln w="9525" cap="flat" cmpd="sng" algn="ctr">
              <a:solidFill>
                <a:srgbClr val="FFFFFF"/>
              </a:solidFill>
              <a:prstDash val="solid"/>
              <a:miter lim="800000"/>
            </a:ln>
            <a:effectLst/>
          </p:spPr>
        </p:cxnSp>
      </p:grpSp>
    </p:spTree>
    <p:extLst>
      <p:ext uri="{BB962C8B-B14F-4D97-AF65-F5344CB8AC3E}">
        <p14:creationId xmlns:p14="http://schemas.microsoft.com/office/powerpoint/2010/main" val="8413585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ection Divider 8">
    <p:bg>
      <p:bgPr>
        <a:solidFill>
          <a:schemeClr val="accent6"/>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7" y="3268436"/>
            <a:ext cx="3767283" cy="655864"/>
          </a:xfrm>
        </p:spPr>
        <p:txBody>
          <a:bodyPr anchor="b"/>
          <a:lstStyle>
            <a:lvl1pPr marL="0" indent="0">
              <a:lnSpc>
                <a:spcPct val="90000"/>
              </a:lnSpc>
              <a:buNone/>
              <a:defRPr sz="4400" b="1">
                <a:solidFill>
                  <a:srgbClr val="B3CC3E"/>
                </a:solidFill>
              </a:defRPr>
            </a:lvl1pPr>
            <a:lvl2pPr marL="227006"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7" y="4114801"/>
            <a:ext cx="3767283" cy="2171703"/>
          </a:xfrm>
        </p:spPr>
        <p:txBody>
          <a:bodyPr/>
          <a:lstStyle>
            <a:lvl1pPr marL="0" indent="0">
              <a:lnSpc>
                <a:spcPct val="90000"/>
              </a:lnSpc>
              <a:buNone/>
              <a:defRPr sz="4400" b="1">
                <a:solidFill>
                  <a:schemeClr val="tx1"/>
                </a:solidFill>
              </a:defRPr>
            </a:lvl1pPr>
            <a:lvl2pPr marL="227006"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82377B0C-1977-78BE-9100-982B02F0EB9E}"/>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1" indent="-174621">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1" indent="-174621">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1" indent="-174621">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grpSp>
        <p:nvGrpSpPr>
          <p:cNvPr id="2" name="Group 1">
            <a:extLst>
              <a:ext uri="{FF2B5EF4-FFF2-40B4-BE49-F238E27FC236}">
                <a16:creationId xmlns:a16="http://schemas.microsoft.com/office/drawing/2014/main" id="{E2EEE6BF-FBCF-0659-BAAD-5441BBB58F80}"/>
              </a:ext>
            </a:extLst>
          </p:cNvPr>
          <p:cNvGrpSpPr>
            <a:grpSpLocks noChangeAspect="1"/>
          </p:cNvGrpSpPr>
          <p:nvPr userDrawn="1"/>
        </p:nvGrpSpPr>
        <p:grpSpPr>
          <a:xfrm>
            <a:off x="9740900" y="365194"/>
            <a:ext cx="2012461" cy="481821"/>
            <a:chOff x="8952524" y="343965"/>
            <a:chExt cx="2743592" cy="656868"/>
          </a:xfrm>
        </p:grpSpPr>
        <p:pic>
          <p:nvPicPr>
            <p:cNvPr id="4" name="Picture 9">
              <a:extLst>
                <a:ext uri="{FF2B5EF4-FFF2-40B4-BE49-F238E27FC236}">
                  <a16:creationId xmlns:a16="http://schemas.microsoft.com/office/drawing/2014/main" id="{BD4FE7AC-229A-16AB-A5DE-0F20CCF79A0A}"/>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5" name="Picture 4" descr="Circle&#10;&#10;Description automatically generated with medium confidence">
              <a:extLst>
                <a:ext uri="{FF2B5EF4-FFF2-40B4-BE49-F238E27FC236}">
                  <a16:creationId xmlns:a16="http://schemas.microsoft.com/office/drawing/2014/main" id="{B586F9E3-D8C0-0404-E5B1-D75CDFA0C90F}"/>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6" name="Straight Connector 5">
              <a:extLst>
                <a:ext uri="{FF2B5EF4-FFF2-40B4-BE49-F238E27FC236}">
                  <a16:creationId xmlns:a16="http://schemas.microsoft.com/office/drawing/2014/main" id="{D1C45A13-C5FB-FC57-AF44-4D2A03F18E2A}"/>
                </a:ext>
              </a:extLst>
            </p:cNvPr>
            <p:cNvCxnSpPr>
              <a:cxnSpLocks/>
            </p:cNvCxnSpPr>
            <p:nvPr userDrawn="1"/>
          </p:nvCxnSpPr>
          <p:spPr>
            <a:xfrm>
              <a:off x="10503161" y="347480"/>
              <a:ext cx="0" cy="649838"/>
            </a:xfrm>
            <a:prstGeom prst="line">
              <a:avLst/>
            </a:prstGeom>
            <a:noFill/>
            <a:ln w="9525" cap="flat" cmpd="sng" algn="ctr">
              <a:solidFill>
                <a:schemeClr val="tx1"/>
              </a:solidFill>
              <a:prstDash val="solid"/>
              <a:miter lim="800000"/>
            </a:ln>
            <a:effectLst/>
          </p:spPr>
        </p:cxnSp>
      </p:grpSp>
    </p:spTree>
    <p:extLst>
      <p:ext uri="{BB962C8B-B14F-4D97-AF65-F5344CB8AC3E}">
        <p14:creationId xmlns:p14="http://schemas.microsoft.com/office/powerpoint/2010/main" val="52885498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losing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hasCustomPrompt="1"/>
          </p:nvPr>
        </p:nvSpPr>
        <p:spPr>
          <a:xfrm>
            <a:off x="138685" y="0"/>
            <a:ext cx="12053316" cy="6858000"/>
          </a:xfrm>
          <a:solidFill>
            <a:schemeClr val="accent2"/>
          </a:solidFill>
        </p:spPr>
        <p:txBody>
          <a:bodyPr/>
          <a:lstStyle>
            <a:lvl1pPr marL="0" indent="0" algn="l">
              <a:buNone/>
              <a:defRPr sz="9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7" y="571500"/>
            <a:ext cx="3538683" cy="5715003"/>
          </a:xfrm>
        </p:spPr>
        <p:txBody>
          <a:bodyPr anchor="ctr"/>
          <a:lstStyle>
            <a:lvl1pPr algn="l">
              <a:defRPr sz="5400">
                <a:solidFill>
                  <a:schemeClr val="tx1"/>
                </a:solidFill>
              </a:defRPr>
            </a:lvl1pPr>
          </a:lstStyle>
          <a:p>
            <a:r>
              <a:rPr lang="en-US"/>
              <a:t>Click to edit Master title style</a:t>
            </a:r>
          </a:p>
        </p:txBody>
      </p:sp>
      <p:sp>
        <p:nvSpPr>
          <p:cNvPr id="4" name="Rectangle 3">
            <a:extLst>
              <a:ext uri="{FF2B5EF4-FFF2-40B4-BE49-F238E27FC236}">
                <a16:creationId xmlns:a16="http://schemas.microsoft.com/office/drawing/2014/main" id="{A98816F9-B1F6-55A2-2F55-37CD35E66C50}"/>
              </a:ext>
              <a:ext uri="{C183D7F6-B498-43B3-948B-1728B52AA6E4}">
                <adec:decorative xmlns:adec="http://schemas.microsoft.com/office/drawing/2017/decorative" val="1"/>
              </a:ext>
            </a:extLst>
          </p:cNvPr>
          <p:cNvSpPr/>
          <p:nvPr userDrawn="1"/>
        </p:nvSpPr>
        <p:spPr>
          <a:xfrm>
            <a:off x="12443986" y="1"/>
            <a:ext cx="3077431"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IMAGE Layout INSTRUCTIONS</a:t>
            </a:r>
          </a:p>
          <a:p>
            <a:pPr marL="174621" indent="-174621">
              <a:spcBef>
                <a:spcPts val="1200"/>
              </a:spcBef>
              <a:buFont typeface="Avenir Next LT Pro" panose="020B0504020202020204" pitchFamily="34" charset="0"/>
              <a:buChar char="•"/>
            </a:pPr>
            <a:r>
              <a:rPr lang="en-US" sz="1000">
                <a:solidFill>
                  <a:schemeClr val="tx1"/>
                </a:solidFill>
              </a:rPr>
              <a:t>This layout is built in layers, with a colored overlay that should hover over the image. </a:t>
            </a:r>
          </a:p>
          <a:p>
            <a:pPr marL="174621" indent="-174621">
              <a:spcBef>
                <a:spcPts val="1200"/>
              </a:spcBef>
              <a:buFont typeface="Avenir Next LT Pro" panose="020B0504020202020204" pitchFamily="34" charset="0"/>
              <a:buChar char="•"/>
            </a:pPr>
            <a:r>
              <a:rPr lang="en-US" sz="1000">
                <a:solidFill>
                  <a:schemeClr val="tx1"/>
                </a:solidFill>
              </a:rPr>
              <a:t>In order to add an image, click on the </a:t>
            </a:r>
            <a:br>
              <a:rPr lang="en-US" sz="1000">
                <a:solidFill>
                  <a:schemeClr val="tx1"/>
                </a:solidFill>
              </a:rPr>
            </a:br>
            <a:r>
              <a:rPr lang="en-US" sz="1000">
                <a:solidFill>
                  <a:schemeClr val="tx1"/>
                </a:solidFill>
              </a:rPr>
              <a:t>gradient shape with the dotted line. </a:t>
            </a:r>
            <a:br>
              <a:rPr lang="en-US" sz="1000">
                <a:solidFill>
                  <a:schemeClr val="tx1"/>
                </a:solidFill>
              </a:rPr>
            </a:br>
            <a:r>
              <a:rPr lang="en-US" sz="1000">
                <a:solidFill>
                  <a:schemeClr val="tx1"/>
                </a:solidFill>
              </a:rPr>
              <a:t>Use Arrange &gt; Send to back.</a:t>
            </a:r>
          </a:p>
          <a:p>
            <a:pPr marL="174621" indent="-174621">
              <a:spcBef>
                <a:spcPts val="1200"/>
              </a:spcBef>
              <a:buFont typeface="Avenir Next LT Pro" panose="020B0504020202020204" pitchFamily="34" charset="0"/>
              <a:buChar char="•"/>
            </a:pPr>
            <a:r>
              <a:rPr lang="en-US" sz="1000">
                <a:solidFill>
                  <a:schemeClr val="tx1"/>
                </a:solidFill>
              </a:rPr>
              <a:t>Now the image icon will be clickable. </a:t>
            </a:r>
            <a:br>
              <a:rPr lang="en-US" sz="1000">
                <a:solidFill>
                  <a:schemeClr val="tx1"/>
                </a:solidFill>
              </a:rPr>
            </a:br>
            <a:r>
              <a:rPr lang="en-US" sz="1000">
                <a:solidFill>
                  <a:schemeClr val="tx1"/>
                </a:solidFill>
              </a:rPr>
              <a:t>Find and insert your image. </a:t>
            </a:r>
          </a:p>
          <a:p>
            <a:pPr marL="174621" indent="-174621">
              <a:spcBef>
                <a:spcPts val="1200"/>
              </a:spcBef>
              <a:buFont typeface="Avenir Next LT Pro" panose="020B0504020202020204" pitchFamily="34" charset="0"/>
              <a:buChar char="•"/>
            </a:pPr>
            <a:r>
              <a:rPr lang="en-US" sz="1000">
                <a:solidFill>
                  <a:schemeClr val="tx1"/>
                </a:solidFill>
              </a:rPr>
              <a:t>To correct the order, use the Reset button. </a:t>
            </a:r>
            <a:br>
              <a:rPr lang="en-US" sz="1000">
                <a:solidFill>
                  <a:schemeClr val="tx1"/>
                </a:solidFill>
              </a:rPr>
            </a:br>
            <a:r>
              <a:rPr lang="en-US" sz="1000">
                <a:solidFill>
                  <a:schemeClr val="tx1"/>
                </a:solidFill>
              </a:rPr>
              <a:t>If the Reset button upsets any cropping, </a:t>
            </a:r>
            <a:br>
              <a:rPr lang="en-US" sz="1000">
                <a:solidFill>
                  <a:schemeClr val="tx1"/>
                </a:solidFill>
              </a:rPr>
            </a:br>
            <a:r>
              <a:rPr lang="en-US" sz="1000">
                <a:solidFill>
                  <a:schemeClr val="tx1"/>
                </a:solidFill>
              </a:rPr>
              <a:t>use Arrange &gt; Send to back when selected </a:t>
            </a:r>
            <a:br>
              <a:rPr lang="en-US" sz="1000">
                <a:solidFill>
                  <a:schemeClr val="tx1"/>
                </a:solidFill>
              </a:rPr>
            </a:br>
            <a:r>
              <a:rPr lang="en-US" sz="1000">
                <a:solidFill>
                  <a:schemeClr val="tx1"/>
                </a:solidFill>
              </a:rPr>
              <a:t>on the image. </a:t>
            </a:r>
          </a:p>
          <a:p>
            <a:pPr marL="174621" indent="-174621">
              <a:spcBef>
                <a:spcPts val="1200"/>
              </a:spcBef>
              <a:buFont typeface="Avenir Next LT Pro" panose="020B0504020202020204" pitchFamily="34" charset="0"/>
              <a:buChar char="•"/>
            </a:pPr>
            <a:r>
              <a:rPr lang="en-US" sz="1000">
                <a:solidFill>
                  <a:schemeClr val="tx1"/>
                </a:solidFill>
              </a:rPr>
              <a:t>The Slalom logo should be easy to read over your image. If it is hard to see, select the logo and change the color fill.</a:t>
            </a:r>
          </a:p>
          <a:p>
            <a:pPr marL="174621" indent="-174621">
              <a:spcBef>
                <a:spcPts val="1200"/>
              </a:spcBef>
              <a:buFont typeface="Avenir Next LT Pro" panose="020B0504020202020204" pitchFamily="34" charset="0"/>
              <a:buChar char="•"/>
            </a:pPr>
            <a:r>
              <a:rPr lang="en-US" sz="1000">
                <a:solidFill>
                  <a:schemeClr val="tx1"/>
                </a:solidFill>
              </a:rPr>
              <a:t>The logo should always be either </a:t>
            </a:r>
            <a:br>
              <a:rPr lang="en-US" sz="1000">
                <a:solidFill>
                  <a:schemeClr val="tx1"/>
                </a:solidFill>
              </a:rPr>
            </a:br>
            <a:r>
              <a:rPr lang="en-US" sz="1000">
                <a:solidFill>
                  <a:schemeClr val="tx1"/>
                </a:solidFill>
              </a:rPr>
              <a:t>Dark Gray, Text 1, White, Background 1 </a:t>
            </a:r>
            <a:br>
              <a:rPr lang="en-US" sz="1000">
                <a:solidFill>
                  <a:schemeClr val="tx1"/>
                </a:solidFill>
              </a:rPr>
            </a:br>
            <a:r>
              <a:rPr lang="en-US" sz="1000">
                <a:solidFill>
                  <a:schemeClr val="tx1"/>
                </a:solidFill>
              </a:rPr>
              <a:t>or Blue, Accent 1.</a:t>
            </a:r>
          </a:p>
        </p:txBody>
      </p:sp>
      <p:grpSp>
        <p:nvGrpSpPr>
          <p:cNvPr id="2" name="Group 1">
            <a:extLst>
              <a:ext uri="{FF2B5EF4-FFF2-40B4-BE49-F238E27FC236}">
                <a16:creationId xmlns:a16="http://schemas.microsoft.com/office/drawing/2014/main" id="{8997BEBD-E5BA-6641-EAA4-D1D1767D4E66}"/>
              </a:ext>
            </a:extLst>
          </p:cNvPr>
          <p:cNvGrpSpPr>
            <a:grpSpLocks noChangeAspect="1"/>
          </p:cNvGrpSpPr>
          <p:nvPr userDrawn="1"/>
        </p:nvGrpSpPr>
        <p:grpSpPr>
          <a:xfrm>
            <a:off x="9740900" y="365194"/>
            <a:ext cx="2012461" cy="481821"/>
            <a:chOff x="8952524" y="343965"/>
            <a:chExt cx="2743592" cy="656868"/>
          </a:xfrm>
        </p:grpSpPr>
        <p:pic>
          <p:nvPicPr>
            <p:cNvPr id="5" name="Picture 9">
              <a:extLst>
                <a:ext uri="{FF2B5EF4-FFF2-40B4-BE49-F238E27FC236}">
                  <a16:creationId xmlns:a16="http://schemas.microsoft.com/office/drawing/2014/main" id="{1A88E219-981E-A8D5-56C4-3DB5C9DC6E23}"/>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952524" y="504323"/>
              <a:ext cx="1296588" cy="336153"/>
            </a:xfrm>
            <a:prstGeom prst="rect">
              <a:avLst/>
            </a:prstGeom>
          </p:spPr>
        </p:pic>
        <p:pic>
          <p:nvPicPr>
            <p:cNvPr id="7" name="Picture 6" descr="Circle&#10;&#10;Description automatically generated with medium confidence">
              <a:extLst>
                <a:ext uri="{FF2B5EF4-FFF2-40B4-BE49-F238E27FC236}">
                  <a16:creationId xmlns:a16="http://schemas.microsoft.com/office/drawing/2014/main" id="{13784D91-99E7-EE54-B302-5D80B3ABF628}"/>
                </a:ext>
              </a:extLst>
            </p:cNvPr>
            <p:cNvPicPr>
              <a:picLocks noChangeAspect="1"/>
            </p:cNvPicPr>
            <p:nvPr userDrawn="1"/>
          </p:nvPicPr>
          <p:blipFill>
            <a:blip r:embed="rId3"/>
            <a:stretch>
              <a:fillRect/>
            </a:stretch>
          </p:blipFill>
          <p:spPr>
            <a:xfrm>
              <a:off x="10757209" y="343965"/>
              <a:ext cx="938907" cy="656868"/>
            </a:xfrm>
            <a:prstGeom prst="rect">
              <a:avLst/>
            </a:prstGeom>
          </p:spPr>
        </p:pic>
        <p:cxnSp>
          <p:nvCxnSpPr>
            <p:cNvPr id="8" name="Straight Connector 7">
              <a:extLst>
                <a:ext uri="{FF2B5EF4-FFF2-40B4-BE49-F238E27FC236}">
                  <a16:creationId xmlns:a16="http://schemas.microsoft.com/office/drawing/2014/main" id="{32DCA0DC-6793-E8AD-3723-0EB57C400D46}"/>
                </a:ext>
              </a:extLst>
            </p:cNvPr>
            <p:cNvCxnSpPr>
              <a:cxnSpLocks/>
            </p:cNvCxnSpPr>
            <p:nvPr userDrawn="1"/>
          </p:nvCxnSpPr>
          <p:spPr>
            <a:xfrm>
              <a:off x="10503161" y="347480"/>
              <a:ext cx="0" cy="649838"/>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902333318"/>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End of Layout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Do not use layouts past this point</a:t>
            </a:r>
          </a:p>
        </p:txBody>
      </p:sp>
    </p:spTree>
    <p:extLst>
      <p:ext uri="{BB962C8B-B14F-4D97-AF65-F5344CB8AC3E}">
        <p14:creationId xmlns:p14="http://schemas.microsoft.com/office/powerpoint/2010/main" val="41092450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0097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Client Story 2">
    <p:spTree>
      <p:nvGrpSpPr>
        <p:cNvPr id="1" name=""/>
        <p:cNvGrpSpPr/>
        <p:nvPr/>
      </p:nvGrpSpPr>
      <p:grpSpPr>
        <a:xfrm>
          <a:off x="0" y="0"/>
          <a:ext cx="0" cy="0"/>
          <a:chOff x="0" y="0"/>
          <a:chExt cx="0" cy="0"/>
        </a:xfrm>
      </p:grpSpPr>
      <p:sp>
        <p:nvSpPr>
          <p:cNvPr id="24" name="Picture Placeholder 25">
            <a:extLst>
              <a:ext uri="{FF2B5EF4-FFF2-40B4-BE49-F238E27FC236}">
                <a16:creationId xmlns:a16="http://schemas.microsoft.com/office/drawing/2014/main" id="{F59290A7-70C3-BCB6-9242-671EA21CA209}"/>
              </a:ext>
              <a:ext uri="{C183D7F6-B498-43B3-948B-1728B52AA6E4}">
                <adec:decorative xmlns:adec="http://schemas.microsoft.com/office/drawing/2017/decorative" val="1"/>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5" name="Title 1">
            <a:extLst>
              <a:ext uri="{FF2B5EF4-FFF2-40B4-BE49-F238E27FC236}">
                <a16:creationId xmlns:a16="http://schemas.microsoft.com/office/drawing/2014/main" id="{6BFB49F6-16B3-E139-059A-7C11BD17D22E}"/>
              </a:ext>
            </a:extLst>
          </p:cNvPr>
          <p:cNvSpPr>
            <a:spLocks noGrp="1"/>
          </p:cNvSpPr>
          <p:nvPr>
            <p:ph type="title"/>
          </p:nvPr>
        </p:nvSpPr>
        <p:spPr>
          <a:xfrm>
            <a:off x="571499" y="1231650"/>
            <a:ext cx="7285037" cy="837180"/>
          </a:xfrm>
        </p:spPr>
        <p:txBody>
          <a:bodyPr/>
          <a:lstStyle/>
          <a:p>
            <a:r>
              <a:rPr lang="en-US"/>
              <a:t>Click to edit Master title style</a:t>
            </a:r>
          </a:p>
        </p:txBody>
      </p:sp>
      <p:sp>
        <p:nvSpPr>
          <p:cNvPr id="21" name="Text Placeholder 11">
            <a:extLst>
              <a:ext uri="{FF2B5EF4-FFF2-40B4-BE49-F238E27FC236}">
                <a16:creationId xmlns:a16="http://schemas.microsoft.com/office/drawing/2014/main" id="{18AE4E22-5B33-79E7-C09D-EBD831947CE2}"/>
              </a:ext>
            </a:extLst>
          </p:cNvPr>
          <p:cNvSpPr>
            <a:spLocks noGrp="1"/>
          </p:cNvSpPr>
          <p:nvPr>
            <p:ph type="body" sz="quarter" idx="36"/>
          </p:nvPr>
        </p:nvSpPr>
        <p:spPr>
          <a:xfrm>
            <a:off x="571500" y="2286000"/>
            <a:ext cx="72898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Text Placeholder 44">
            <a:extLst>
              <a:ext uri="{FF2B5EF4-FFF2-40B4-BE49-F238E27FC236}">
                <a16:creationId xmlns:a16="http://schemas.microsoft.com/office/drawing/2014/main" id="{73BC812E-69B3-4089-6A8B-56A5EEB81FA4}"/>
              </a:ext>
            </a:extLst>
          </p:cNvPr>
          <p:cNvSpPr>
            <a:spLocks noGrp="1"/>
          </p:cNvSpPr>
          <p:nvPr>
            <p:ph type="body" sz="quarter" idx="23"/>
          </p:nvPr>
        </p:nvSpPr>
        <p:spPr>
          <a:xfrm>
            <a:off x="571497" y="2933700"/>
            <a:ext cx="2580469" cy="2728729"/>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4">
            <a:extLst>
              <a:ext uri="{FF2B5EF4-FFF2-40B4-BE49-F238E27FC236}">
                <a16:creationId xmlns:a16="http://schemas.microsoft.com/office/drawing/2014/main" id="{ACDD6796-4F48-7418-E2AA-C8C07F1A1401}"/>
              </a:ext>
            </a:extLst>
          </p:cNvPr>
          <p:cNvSpPr>
            <a:spLocks noGrp="1"/>
          </p:cNvSpPr>
          <p:nvPr>
            <p:ph type="body" sz="quarter" idx="30" hasCustomPrompt="1"/>
          </p:nvPr>
        </p:nvSpPr>
        <p:spPr>
          <a:xfrm>
            <a:off x="3390898" y="4120154"/>
            <a:ext cx="1651002"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Client</a:t>
            </a:r>
          </a:p>
        </p:txBody>
      </p:sp>
      <p:sp>
        <p:nvSpPr>
          <p:cNvPr id="42" name="Text Placeholder 44">
            <a:extLst>
              <a:ext uri="{FF2B5EF4-FFF2-40B4-BE49-F238E27FC236}">
                <a16:creationId xmlns:a16="http://schemas.microsoft.com/office/drawing/2014/main" id="{3C51105F-338A-E1AF-3049-2AFD1F66BBF5}"/>
              </a:ext>
            </a:extLst>
          </p:cNvPr>
          <p:cNvSpPr>
            <a:spLocks noGrp="1"/>
          </p:cNvSpPr>
          <p:nvPr>
            <p:ph type="body" sz="quarter" idx="33"/>
          </p:nvPr>
        </p:nvSpPr>
        <p:spPr>
          <a:xfrm>
            <a:off x="3390900" y="4475720"/>
            <a:ext cx="1651000"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4">
            <a:extLst>
              <a:ext uri="{FF2B5EF4-FFF2-40B4-BE49-F238E27FC236}">
                <a16:creationId xmlns:a16="http://schemas.microsoft.com/office/drawing/2014/main" id="{E07C5E31-361F-AAF7-02FF-F08D52AB59C5}"/>
              </a:ext>
            </a:extLst>
          </p:cNvPr>
          <p:cNvSpPr>
            <a:spLocks noGrp="1"/>
          </p:cNvSpPr>
          <p:nvPr>
            <p:ph type="body" sz="quarter" idx="31" hasCustomPrompt="1"/>
          </p:nvPr>
        </p:nvSpPr>
        <p:spPr>
          <a:xfrm>
            <a:off x="5280833" y="4120154"/>
            <a:ext cx="1640665"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Solutions</a:t>
            </a:r>
          </a:p>
        </p:txBody>
      </p:sp>
      <p:sp>
        <p:nvSpPr>
          <p:cNvPr id="43" name="Text Placeholder 44">
            <a:extLst>
              <a:ext uri="{FF2B5EF4-FFF2-40B4-BE49-F238E27FC236}">
                <a16:creationId xmlns:a16="http://schemas.microsoft.com/office/drawing/2014/main" id="{1D47B2D7-00E0-B307-8968-8B1BBB9A731A}"/>
              </a:ext>
            </a:extLst>
          </p:cNvPr>
          <p:cNvSpPr>
            <a:spLocks noGrp="1"/>
          </p:cNvSpPr>
          <p:nvPr>
            <p:ph type="body" sz="quarter" idx="34"/>
          </p:nvPr>
        </p:nvSpPr>
        <p:spPr>
          <a:xfrm>
            <a:off x="5280833" y="4475720"/>
            <a:ext cx="1640665"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34">
            <a:extLst>
              <a:ext uri="{FF2B5EF4-FFF2-40B4-BE49-F238E27FC236}">
                <a16:creationId xmlns:a16="http://schemas.microsoft.com/office/drawing/2014/main" id="{6F11AF7D-BDD0-BFDF-381B-A735A532C03F}"/>
              </a:ext>
            </a:extLst>
          </p:cNvPr>
          <p:cNvSpPr>
            <a:spLocks noGrp="1"/>
          </p:cNvSpPr>
          <p:nvPr>
            <p:ph type="body" sz="quarter" idx="32" hasCustomPrompt="1"/>
          </p:nvPr>
        </p:nvSpPr>
        <p:spPr>
          <a:xfrm>
            <a:off x="7160431" y="4120154"/>
            <a:ext cx="929469"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Platforms</a:t>
            </a:r>
          </a:p>
        </p:txBody>
      </p:sp>
      <p:sp>
        <p:nvSpPr>
          <p:cNvPr id="44" name="Text Placeholder 44">
            <a:extLst>
              <a:ext uri="{FF2B5EF4-FFF2-40B4-BE49-F238E27FC236}">
                <a16:creationId xmlns:a16="http://schemas.microsoft.com/office/drawing/2014/main" id="{2ECA239D-3E9B-FCA2-9CB4-5381EB0158C4}"/>
              </a:ext>
            </a:extLst>
          </p:cNvPr>
          <p:cNvSpPr>
            <a:spLocks noGrp="1"/>
          </p:cNvSpPr>
          <p:nvPr>
            <p:ph type="body" sz="quarter" idx="35"/>
          </p:nvPr>
        </p:nvSpPr>
        <p:spPr>
          <a:xfrm>
            <a:off x="7160431" y="4475720"/>
            <a:ext cx="929469"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p:txBody>
      </p:sp>
      <p:sp>
        <p:nvSpPr>
          <p:cNvPr id="30" name="Text Placeholder 34">
            <a:extLst>
              <a:ext uri="{FF2B5EF4-FFF2-40B4-BE49-F238E27FC236}">
                <a16:creationId xmlns:a16="http://schemas.microsoft.com/office/drawing/2014/main" id="{94E6D2A2-8162-13F6-769C-E5F56A7809D2}"/>
              </a:ext>
            </a:extLst>
          </p:cNvPr>
          <p:cNvSpPr>
            <a:spLocks noGrp="1"/>
          </p:cNvSpPr>
          <p:nvPr>
            <p:ph type="body" sz="quarter" idx="17"/>
          </p:nvPr>
        </p:nvSpPr>
        <p:spPr>
          <a:xfrm>
            <a:off x="571499" y="5879600"/>
            <a:ext cx="2580467"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29" name="Picture Placeholder 28">
            <a:extLst>
              <a:ext uri="{FF2B5EF4-FFF2-40B4-BE49-F238E27FC236}">
                <a16:creationId xmlns:a16="http://schemas.microsoft.com/office/drawing/2014/main" id="{B9BF247E-8504-5753-EE74-89AEB4906F9D}"/>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4" name="Date Placeholder 3">
            <a:extLst>
              <a:ext uri="{FF2B5EF4-FFF2-40B4-BE49-F238E27FC236}">
                <a16:creationId xmlns:a16="http://schemas.microsoft.com/office/drawing/2014/main" id="{7D98ABE0-084B-6499-BF82-44BC2D53157A}"/>
              </a:ext>
              <a:ext uri="{C183D7F6-B498-43B3-948B-1728B52AA6E4}">
                <adec:decorative xmlns:adec="http://schemas.microsoft.com/office/drawing/2017/decorative" val="1"/>
              </a:ext>
            </a:extLst>
          </p:cNvPr>
          <p:cNvSpPr>
            <a:spLocks noGrp="1"/>
          </p:cNvSpPr>
          <p:nvPr>
            <p:ph type="dt" sz="half" idx="11"/>
          </p:nvPr>
        </p:nvSpPr>
        <p:spPr/>
        <p:txBody>
          <a:bodyPr/>
          <a:lstStyle/>
          <a:p>
            <a:fld id="{00B13694-B473-4F5E-AED6-34957C909A7E}" type="datetimeyyyy">
              <a:rPr lang="en-US" smtClean="0"/>
              <a:t>2026</a:t>
            </a:fld>
            <a:endParaRPr lang="en-US"/>
          </a:p>
        </p:txBody>
      </p:sp>
      <p:sp>
        <p:nvSpPr>
          <p:cNvPr id="3" name="Footer Placeholder 2">
            <a:extLst>
              <a:ext uri="{FF2B5EF4-FFF2-40B4-BE49-F238E27FC236}">
                <a16:creationId xmlns:a16="http://schemas.microsoft.com/office/drawing/2014/main" id="{30036C98-D224-33A5-CA57-A6B814AF24E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A6DCA947-6913-4ED0-3265-B85B85E39F5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8754814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Client Story 1">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E06554-8B2A-F1F4-1E23-A12DC2EABB15}"/>
              </a:ext>
              <a:ext uri="{C183D7F6-B498-43B3-948B-1728B52AA6E4}">
                <adec:decorative xmlns:adec="http://schemas.microsoft.com/office/drawing/2017/decorative" val="1"/>
              </a:ext>
            </a:extLst>
          </p:cNvPr>
          <p:cNvSpPr>
            <a:spLocks noGrp="1"/>
          </p:cNvSpPr>
          <p:nvPr>
            <p:ph type="body" sz="quarter" idx="31"/>
          </p:nvPr>
        </p:nvSpPr>
        <p:spPr>
          <a:xfrm>
            <a:off x="6224657" y="0"/>
            <a:ext cx="5967344" cy="2441050"/>
          </a:xfrm>
          <a:custGeom>
            <a:avLst/>
            <a:gdLst>
              <a:gd name="connsiteX0" fmla="*/ 0 w 5967344"/>
              <a:gd name="connsiteY0" fmla="*/ 0 h 2441050"/>
              <a:gd name="connsiteX1" fmla="*/ 609304 w 5967344"/>
              <a:gd name="connsiteY1" fmla="*/ 0 h 2441050"/>
              <a:gd name="connsiteX2" fmla="*/ 750541 w 5967344"/>
              <a:gd name="connsiteY2" fmla="*/ 473990 h 2441050"/>
              <a:gd name="connsiteX3" fmla="*/ 1767447 w 5967344"/>
              <a:gd name="connsiteY3" fmla="*/ 1024007 h 2441050"/>
              <a:gd name="connsiteX4" fmla="*/ 4453598 w 5967344"/>
              <a:gd name="connsiteY4" fmla="*/ 223654 h 2441050"/>
              <a:gd name="connsiteX5" fmla="*/ 4453551 w 5967344"/>
              <a:gd name="connsiteY5" fmla="*/ 223585 h 2441050"/>
              <a:gd name="connsiteX6" fmla="*/ 5935514 w 5967344"/>
              <a:gd name="connsiteY6" fmla="*/ 675148 h 2441050"/>
              <a:gd name="connsiteX7" fmla="*/ 5967344 w 5967344"/>
              <a:gd name="connsiteY7" fmla="*/ 717859 h 2441050"/>
              <a:gd name="connsiteX8" fmla="*/ 5967344 w 5967344"/>
              <a:gd name="connsiteY8" fmla="*/ 2441050 h 2441050"/>
              <a:gd name="connsiteX9" fmla="*/ 5637280 w 5967344"/>
              <a:gd name="connsiteY9" fmla="*/ 1333287 h 2441050"/>
              <a:gd name="connsiteX10" fmla="*/ 4620373 w 5967344"/>
              <a:gd name="connsiteY10" fmla="*/ 783269 h 2441050"/>
              <a:gd name="connsiteX11" fmla="*/ 1934203 w 5967344"/>
              <a:gd name="connsiteY11" fmla="*/ 1583655 h 2441050"/>
              <a:gd name="connsiteX12" fmla="*/ 190925 w 5967344"/>
              <a:gd name="connsiteY12" fmla="*/ 640763 h 244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7344" h="2441050">
                <a:moveTo>
                  <a:pt x="0" y="0"/>
                </a:moveTo>
                <a:lnTo>
                  <a:pt x="609304" y="0"/>
                </a:lnTo>
                <a:lnTo>
                  <a:pt x="750541" y="473990"/>
                </a:lnTo>
                <a:cubicBezTo>
                  <a:pt x="879470" y="906687"/>
                  <a:pt x="1334749" y="1152935"/>
                  <a:pt x="1767447" y="1024007"/>
                </a:cubicBezTo>
                <a:lnTo>
                  <a:pt x="4453598" y="223654"/>
                </a:lnTo>
                <a:lnTo>
                  <a:pt x="4453551" y="223585"/>
                </a:lnTo>
                <a:cubicBezTo>
                  <a:pt x="5009885" y="57837"/>
                  <a:pt x="5587992" y="253856"/>
                  <a:pt x="5935514" y="675148"/>
                </a:cubicBezTo>
                <a:lnTo>
                  <a:pt x="5967344" y="717859"/>
                </a:lnTo>
                <a:lnTo>
                  <a:pt x="5967344" y="2441050"/>
                </a:lnTo>
                <a:lnTo>
                  <a:pt x="5637280" y="1333287"/>
                </a:lnTo>
                <a:cubicBezTo>
                  <a:pt x="5508351" y="900588"/>
                  <a:pt x="5053071" y="654340"/>
                  <a:pt x="4620373" y="783269"/>
                </a:cubicBezTo>
                <a:lnTo>
                  <a:pt x="1934203" y="1583655"/>
                </a:lnTo>
                <a:cubicBezTo>
                  <a:pt x="1192424" y="1804652"/>
                  <a:pt x="411939" y="1382510"/>
                  <a:pt x="190925" y="640763"/>
                </a:cubicBezTo>
                <a:close/>
              </a:path>
            </a:pathLst>
          </a:custGeom>
          <a:solidFill>
            <a:srgbClr val="EEE9FF"/>
          </a:solidFill>
        </p:spPr>
        <p:txBody>
          <a:bodyPr wrap="square">
            <a:noAutofit/>
          </a:bodyPr>
          <a:lstStyle>
            <a:lvl1pPr marL="0" indent="0">
              <a:buNone/>
              <a:defRPr sz="500">
                <a:noFill/>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EE4616B2-C2FA-4CA9-E6AC-2DAF2058548D}"/>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 name="Title 1">
            <a:extLst>
              <a:ext uri="{FF2B5EF4-FFF2-40B4-BE49-F238E27FC236}">
                <a16:creationId xmlns:a16="http://schemas.microsoft.com/office/drawing/2014/main" id="{17C8946E-1E61-63FF-CE8A-7801BA52B64D}"/>
              </a:ext>
            </a:extLst>
          </p:cNvPr>
          <p:cNvSpPr>
            <a:spLocks noGrp="1"/>
          </p:cNvSpPr>
          <p:nvPr>
            <p:ph type="title"/>
          </p:nvPr>
        </p:nvSpPr>
        <p:spPr>
          <a:xfrm>
            <a:off x="571500" y="1231650"/>
            <a:ext cx="4699000" cy="841248"/>
          </a:xfrm>
        </p:spPr>
        <p:txBody>
          <a:bodyPr/>
          <a:lstStyle/>
          <a:p>
            <a:r>
              <a:rPr lang="en-US"/>
              <a:t>Click to edit Master title style</a:t>
            </a:r>
          </a:p>
        </p:txBody>
      </p:sp>
      <p:sp>
        <p:nvSpPr>
          <p:cNvPr id="31" name="Text Placeholder 30">
            <a:extLst>
              <a:ext uri="{FF2B5EF4-FFF2-40B4-BE49-F238E27FC236}">
                <a16:creationId xmlns:a16="http://schemas.microsoft.com/office/drawing/2014/main" id="{85EE684F-811A-48D0-19CC-E99DA92385FA}"/>
              </a:ext>
            </a:extLst>
          </p:cNvPr>
          <p:cNvSpPr>
            <a:spLocks noGrp="1"/>
          </p:cNvSpPr>
          <p:nvPr>
            <p:ph type="body" sz="quarter" idx="15"/>
          </p:nvPr>
        </p:nvSpPr>
        <p:spPr>
          <a:xfrm>
            <a:off x="571500" y="2933700"/>
            <a:ext cx="4699000"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33" name="Text Placeholder 32">
            <a:extLst>
              <a:ext uri="{FF2B5EF4-FFF2-40B4-BE49-F238E27FC236}">
                <a16:creationId xmlns:a16="http://schemas.microsoft.com/office/drawing/2014/main" id="{D8DDE2F4-F352-152F-C83A-6DE995D4188D}"/>
              </a:ext>
            </a:extLst>
          </p:cNvPr>
          <p:cNvSpPr>
            <a:spLocks noGrp="1"/>
          </p:cNvSpPr>
          <p:nvPr>
            <p:ph type="body" sz="quarter" idx="16"/>
          </p:nvPr>
        </p:nvSpPr>
        <p:spPr>
          <a:xfrm>
            <a:off x="571500" y="3618981"/>
            <a:ext cx="4680246" cy="204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Text Placeholder 30">
            <a:extLst>
              <a:ext uri="{FF2B5EF4-FFF2-40B4-BE49-F238E27FC236}">
                <a16:creationId xmlns:a16="http://schemas.microsoft.com/office/drawing/2014/main" id="{67610148-7BEF-2C77-A659-FE99E5E60F45}"/>
              </a:ext>
            </a:extLst>
          </p:cNvPr>
          <p:cNvSpPr>
            <a:spLocks noGrp="1"/>
          </p:cNvSpPr>
          <p:nvPr>
            <p:ph type="body" sz="quarter" idx="18"/>
          </p:nvPr>
        </p:nvSpPr>
        <p:spPr>
          <a:xfrm>
            <a:off x="6210434" y="2933700"/>
            <a:ext cx="5403684"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7" name="Text Placeholder 30">
            <a:extLst>
              <a:ext uri="{FF2B5EF4-FFF2-40B4-BE49-F238E27FC236}">
                <a16:creationId xmlns:a16="http://schemas.microsoft.com/office/drawing/2014/main" id="{4D7C565C-FB69-81FC-3387-FDBCEF8CF0DE}"/>
              </a:ext>
            </a:extLst>
          </p:cNvPr>
          <p:cNvSpPr>
            <a:spLocks noGrp="1"/>
          </p:cNvSpPr>
          <p:nvPr>
            <p:ph type="body" sz="quarter" idx="27" hasCustomPrompt="1"/>
          </p:nvPr>
        </p:nvSpPr>
        <p:spPr>
          <a:xfrm>
            <a:off x="6210434"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4" name="Text Placeholder 43">
            <a:extLst>
              <a:ext uri="{FF2B5EF4-FFF2-40B4-BE49-F238E27FC236}">
                <a16:creationId xmlns:a16="http://schemas.microsoft.com/office/drawing/2014/main" id="{A00253E8-F1B3-656B-7561-20CCCBA2FD17}"/>
              </a:ext>
            </a:extLst>
          </p:cNvPr>
          <p:cNvSpPr>
            <a:spLocks noGrp="1"/>
          </p:cNvSpPr>
          <p:nvPr>
            <p:ph type="body" sz="quarter" idx="24"/>
          </p:nvPr>
        </p:nvSpPr>
        <p:spPr>
          <a:xfrm>
            <a:off x="6198108"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8" name="Text Placeholder 30">
            <a:extLst>
              <a:ext uri="{FF2B5EF4-FFF2-40B4-BE49-F238E27FC236}">
                <a16:creationId xmlns:a16="http://schemas.microsoft.com/office/drawing/2014/main" id="{93C2E08B-E391-01B0-CF7F-5B9B9CD623CC}"/>
              </a:ext>
            </a:extLst>
          </p:cNvPr>
          <p:cNvSpPr>
            <a:spLocks noGrp="1"/>
          </p:cNvSpPr>
          <p:nvPr>
            <p:ph type="body" sz="quarter" idx="28" hasCustomPrompt="1"/>
          </p:nvPr>
        </p:nvSpPr>
        <p:spPr>
          <a:xfrm>
            <a:off x="8097350"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5" name="Text Placeholder 43">
            <a:extLst>
              <a:ext uri="{FF2B5EF4-FFF2-40B4-BE49-F238E27FC236}">
                <a16:creationId xmlns:a16="http://schemas.microsoft.com/office/drawing/2014/main" id="{C4A198CB-E184-6266-9D43-9BFE575CFEDF}"/>
              </a:ext>
            </a:extLst>
          </p:cNvPr>
          <p:cNvSpPr>
            <a:spLocks noGrp="1"/>
          </p:cNvSpPr>
          <p:nvPr>
            <p:ph type="body" sz="quarter" idx="25"/>
          </p:nvPr>
        </p:nvSpPr>
        <p:spPr>
          <a:xfrm>
            <a:off x="8097350"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9" name="Text Placeholder 30">
            <a:extLst>
              <a:ext uri="{FF2B5EF4-FFF2-40B4-BE49-F238E27FC236}">
                <a16:creationId xmlns:a16="http://schemas.microsoft.com/office/drawing/2014/main" id="{E8698B52-FB70-A72E-D78D-CA176B9E9274}"/>
              </a:ext>
            </a:extLst>
          </p:cNvPr>
          <p:cNvSpPr>
            <a:spLocks noGrp="1"/>
          </p:cNvSpPr>
          <p:nvPr>
            <p:ph type="body" sz="quarter" idx="29" hasCustomPrompt="1"/>
          </p:nvPr>
        </p:nvSpPr>
        <p:spPr>
          <a:xfrm>
            <a:off x="9996592"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6" name="Text Placeholder 43">
            <a:extLst>
              <a:ext uri="{FF2B5EF4-FFF2-40B4-BE49-F238E27FC236}">
                <a16:creationId xmlns:a16="http://schemas.microsoft.com/office/drawing/2014/main" id="{4915718C-0352-5306-2873-FA4B3CEC050D}"/>
              </a:ext>
            </a:extLst>
          </p:cNvPr>
          <p:cNvSpPr>
            <a:spLocks noGrp="1"/>
          </p:cNvSpPr>
          <p:nvPr>
            <p:ph type="body" sz="quarter" idx="26"/>
          </p:nvPr>
        </p:nvSpPr>
        <p:spPr>
          <a:xfrm>
            <a:off x="9996592"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37" name="Text Placeholder 30">
            <a:extLst>
              <a:ext uri="{FF2B5EF4-FFF2-40B4-BE49-F238E27FC236}">
                <a16:creationId xmlns:a16="http://schemas.microsoft.com/office/drawing/2014/main" id="{4A7A2D0C-59FF-6E64-7E59-CB2DD2E4E9EF}"/>
              </a:ext>
            </a:extLst>
          </p:cNvPr>
          <p:cNvSpPr>
            <a:spLocks noGrp="1"/>
          </p:cNvSpPr>
          <p:nvPr>
            <p:ph type="body" sz="quarter" idx="19"/>
          </p:nvPr>
        </p:nvSpPr>
        <p:spPr>
          <a:xfrm>
            <a:off x="6210434" y="4813737"/>
            <a:ext cx="3530600"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0" name="Text Placeholder 39">
            <a:extLst>
              <a:ext uri="{FF2B5EF4-FFF2-40B4-BE49-F238E27FC236}">
                <a16:creationId xmlns:a16="http://schemas.microsoft.com/office/drawing/2014/main" id="{0B704EC8-58FF-EF26-C73A-793CB6E991F7}"/>
              </a:ext>
            </a:extLst>
          </p:cNvPr>
          <p:cNvSpPr>
            <a:spLocks noGrp="1"/>
          </p:cNvSpPr>
          <p:nvPr>
            <p:ph type="body" sz="quarter" idx="21"/>
          </p:nvPr>
        </p:nvSpPr>
        <p:spPr>
          <a:xfrm>
            <a:off x="623411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Text Placeholder 39">
            <a:extLst>
              <a:ext uri="{FF2B5EF4-FFF2-40B4-BE49-F238E27FC236}">
                <a16:creationId xmlns:a16="http://schemas.microsoft.com/office/drawing/2014/main" id="{D8261159-5E0A-9E29-FB01-E298D1EB21F3}"/>
              </a:ext>
            </a:extLst>
          </p:cNvPr>
          <p:cNvSpPr>
            <a:spLocks noGrp="1"/>
          </p:cNvSpPr>
          <p:nvPr>
            <p:ph type="body" sz="quarter" idx="22"/>
          </p:nvPr>
        </p:nvSpPr>
        <p:spPr>
          <a:xfrm>
            <a:off x="811357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30">
            <a:extLst>
              <a:ext uri="{FF2B5EF4-FFF2-40B4-BE49-F238E27FC236}">
                <a16:creationId xmlns:a16="http://schemas.microsoft.com/office/drawing/2014/main" id="{92698414-2769-0F62-8C6D-677E45CC565E}"/>
              </a:ext>
            </a:extLst>
          </p:cNvPr>
          <p:cNvSpPr>
            <a:spLocks noGrp="1"/>
          </p:cNvSpPr>
          <p:nvPr>
            <p:ph type="body" sz="quarter" idx="20"/>
          </p:nvPr>
        </p:nvSpPr>
        <p:spPr>
          <a:xfrm>
            <a:off x="9996592" y="4813737"/>
            <a:ext cx="1632246"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2" name="Text Placeholder 39">
            <a:extLst>
              <a:ext uri="{FF2B5EF4-FFF2-40B4-BE49-F238E27FC236}">
                <a16:creationId xmlns:a16="http://schemas.microsoft.com/office/drawing/2014/main" id="{0DB1A218-C29A-46F6-7AF4-00BDBD1315B6}"/>
              </a:ext>
            </a:extLst>
          </p:cNvPr>
          <p:cNvSpPr>
            <a:spLocks noGrp="1"/>
          </p:cNvSpPr>
          <p:nvPr>
            <p:ph type="body" sz="quarter" idx="23"/>
          </p:nvPr>
        </p:nvSpPr>
        <p:spPr>
          <a:xfrm>
            <a:off x="9996592"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34">
            <a:extLst>
              <a:ext uri="{FF2B5EF4-FFF2-40B4-BE49-F238E27FC236}">
                <a16:creationId xmlns:a16="http://schemas.microsoft.com/office/drawing/2014/main" id="{69DE830F-F48B-DDC3-4AC8-190DF5D262D7}"/>
              </a:ext>
            </a:extLst>
          </p:cNvPr>
          <p:cNvSpPr>
            <a:spLocks noGrp="1"/>
          </p:cNvSpPr>
          <p:nvPr>
            <p:ph type="body" sz="quarter" idx="17"/>
          </p:nvPr>
        </p:nvSpPr>
        <p:spPr>
          <a:xfrm>
            <a:off x="571500" y="5879600"/>
            <a:ext cx="4699000" cy="406900"/>
          </a:xfrm>
        </p:spPr>
        <p:txBody>
          <a:bodyPr/>
          <a:lstStyle>
            <a:lvl1pPr marL="0" indent="0">
              <a:spcBef>
                <a:spcPts val="0"/>
              </a:spcBef>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29" name="Picture Placeholder 28">
            <a:extLst>
              <a:ext uri="{FF2B5EF4-FFF2-40B4-BE49-F238E27FC236}">
                <a16:creationId xmlns:a16="http://schemas.microsoft.com/office/drawing/2014/main" id="{CF535E5E-710C-7CB7-1A56-23F58718852E}"/>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206"/>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3" name="Footer Placeholder 2">
            <a:extLst>
              <a:ext uri="{FF2B5EF4-FFF2-40B4-BE49-F238E27FC236}">
                <a16:creationId xmlns:a16="http://schemas.microsoft.com/office/drawing/2014/main" id="{AE8E4323-CFF6-B391-006E-9EF76EE21BDA}"/>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6B0CE59-FD96-EE8E-27DA-A04146B442BF}"/>
              </a:ext>
              <a:ext uri="{C183D7F6-B498-43B3-948B-1728B52AA6E4}">
                <adec:decorative xmlns:adec="http://schemas.microsoft.com/office/drawing/2017/decorative" val="1"/>
              </a:ext>
            </a:extLst>
          </p:cNvPr>
          <p:cNvSpPr>
            <a:spLocks noGrp="1"/>
          </p:cNvSpPr>
          <p:nvPr>
            <p:ph type="dt" sz="half" idx="11"/>
          </p:nvPr>
        </p:nvSpPr>
        <p:spPr/>
        <p:txBody>
          <a:bodyPr/>
          <a:lstStyle/>
          <a:p>
            <a:fld id="{EDCB7403-3BEC-41FB-8685-4356821C5A54}" type="datetimeyyyy">
              <a:rPr lang="en-US" smtClean="0"/>
              <a:t>2026</a:t>
            </a:fld>
            <a:endParaRPr lang="en-US"/>
          </a:p>
        </p:txBody>
      </p:sp>
      <p:sp>
        <p:nvSpPr>
          <p:cNvPr id="5" name="Slide Number Placeholder 4">
            <a:extLst>
              <a:ext uri="{FF2B5EF4-FFF2-40B4-BE49-F238E27FC236}">
                <a16:creationId xmlns:a16="http://schemas.microsoft.com/office/drawing/2014/main" id="{39ED4119-12F7-B9E8-8CF0-BABCFDC2002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93452611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7971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slideLayout" Target="../slideLayouts/slideLayout62.xml"/><Relationship Id="rId55" Type="http://schemas.openxmlformats.org/officeDocument/2006/relationships/image" Target="../media/image1.svg"/><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3" Type="http://schemas.openxmlformats.org/officeDocument/2006/relationships/slideLayout" Target="../slideLayouts/slideLayout65.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54"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slideLayout" Target="../slideLayouts/slideLayout67.xml"/><Relationship Id="rId1" Type="http://schemas.openxmlformats.org/officeDocument/2006/relationships/slideLayout" Target="../slideLayouts/slideLayout66.xml"/><Relationship Id="rId5" Type="http://schemas.openxmlformats.org/officeDocument/2006/relationships/theme" Target="../theme/theme3.xml"/><Relationship Id="rId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650230-DE32-A68E-B88C-BDF11A9E18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BB5F57-0F77-8784-8AD4-1FF1317B90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E36FB7-718D-C239-E965-218E88885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423CC6-98DE-46CA-842E-E096991C9F56}" type="datetimeFigureOut">
              <a:rPr lang="en-US" smtClean="0"/>
              <a:t>8/31/26</a:t>
            </a:fld>
            <a:endParaRPr lang="en-US"/>
          </a:p>
        </p:txBody>
      </p:sp>
      <p:sp>
        <p:nvSpPr>
          <p:cNvPr id="5" name="Footer Placeholder 4">
            <a:extLst>
              <a:ext uri="{FF2B5EF4-FFF2-40B4-BE49-F238E27FC236}">
                <a16:creationId xmlns:a16="http://schemas.microsoft.com/office/drawing/2014/main" id="{5CC0C710-F9B1-B8E0-53D1-BB934C797C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4CB7D9-DFF9-B8A7-625D-D4CA42880C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0796CC-746C-47E2-94C6-2C05F0EED6D2}" type="slidenum">
              <a:rPr lang="en-US" smtClean="0"/>
              <a:t>‹#›</a:t>
            </a:fld>
            <a:endParaRPr lang="en-US"/>
          </a:p>
        </p:txBody>
      </p:sp>
    </p:spTree>
    <p:extLst>
      <p:ext uri="{BB962C8B-B14F-4D97-AF65-F5344CB8AC3E}">
        <p14:creationId xmlns:p14="http://schemas.microsoft.com/office/powerpoint/2010/main" val="807408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9">
            <a:extLst>
              <a:ext uri="{FF2B5EF4-FFF2-40B4-BE49-F238E27FC236}">
                <a16:creationId xmlns:a16="http://schemas.microsoft.com/office/drawing/2014/main" id="{B8542C79-3E51-6C46-FD1D-3F548800442C}"/>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p:blipFill>
        <p:spPr>
          <a:xfrm>
            <a:off x="571502" y="6472120"/>
            <a:ext cx="562567" cy="145851"/>
          </a:xfrm>
          <a:prstGeom prst="rect">
            <a:avLst/>
          </a:prstGeom>
        </p:spPr>
      </p:pic>
      <p:sp>
        <p:nvSpPr>
          <p:cNvPr id="2" name="Title Placeholder 1">
            <a:extLst>
              <a:ext uri="{FF2B5EF4-FFF2-40B4-BE49-F238E27FC236}">
                <a16:creationId xmlns:a16="http://schemas.microsoft.com/office/drawing/2014/main" id="{948FBA51-83A7-418F-9111-FF640E9D135D}"/>
              </a:ext>
            </a:extLst>
          </p:cNvPr>
          <p:cNvSpPr>
            <a:spLocks noGrp="1"/>
          </p:cNvSpPr>
          <p:nvPr>
            <p:ph type="title"/>
          </p:nvPr>
        </p:nvSpPr>
        <p:spPr>
          <a:xfrm>
            <a:off x="571500" y="571501"/>
            <a:ext cx="11049000" cy="99060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FA9BDFA8-3817-4733-A7E6-C391835FC246}"/>
              </a:ext>
            </a:extLst>
          </p:cNvPr>
          <p:cNvSpPr>
            <a:spLocks noGrp="1"/>
          </p:cNvSpPr>
          <p:nvPr>
            <p:ph type="body" idx="1"/>
          </p:nvPr>
        </p:nvSpPr>
        <p:spPr>
          <a:xfrm>
            <a:off x="571500" y="2933702"/>
            <a:ext cx="11049000" cy="33527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B1261B06-3F99-1DA3-3B13-025F807F77FC}"/>
              </a:ext>
              <a:ext uri="{C183D7F6-B498-43B3-948B-1728B52AA6E4}">
                <adec:decorative xmlns:adec="http://schemas.microsoft.com/office/drawing/2017/decorative" val="1"/>
              </a:ext>
            </a:extLst>
          </p:cNvPr>
          <p:cNvSpPr txBox="1">
            <a:spLocks/>
          </p:cNvSpPr>
          <p:nvPr userDrawn="1"/>
        </p:nvSpPr>
        <p:spPr>
          <a:xfrm>
            <a:off x="1299709" y="6503671"/>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a:t>
            </a:r>
          </a:p>
        </p:txBody>
      </p:sp>
      <p:sp>
        <p:nvSpPr>
          <p:cNvPr id="5" name="Footer Placeholder 4">
            <a:extLst>
              <a:ext uri="{FF2B5EF4-FFF2-40B4-BE49-F238E27FC236}">
                <a16:creationId xmlns:a16="http://schemas.microsoft.com/office/drawing/2014/main" id="{70E8890C-677F-4C91-82E6-627D8C881C36}"/>
              </a:ext>
              <a:ext uri="{C183D7F6-B498-43B3-948B-1728B52AA6E4}">
                <adec:decorative xmlns:adec="http://schemas.microsoft.com/office/drawing/2017/decorative" val="1"/>
              </a:ext>
            </a:extLst>
          </p:cNvPr>
          <p:cNvSpPr>
            <a:spLocks noGrp="1"/>
          </p:cNvSpPr>
          <p:nvPr>
            <p:ph type="ftr" sz="quarter" idx="3"/>
          </p:nvPr>
        </p:nvSpPr>
        <p:spPr>
          <a:xfrm>
            <a:off x="1645217" y="6503671"/>
            <a:ext cx="6518275" cy="137160"/>
          </a:xfrm>
          <a:prstGeom prst="rect">
            <a:avLst/>
          </a:prstGeom>
        </p:spPr>
        <p:txBody>
          <a:bodyPr vert="horz" lIns="0" tIns="0" rIns="0" bIns="0" rtlCol="0" anchor="b"/>
          <a:lstStyle>
            <a:lvl1pPr algn="l">
              <a:defRPr sz="800">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C87AF948-68C6-4080-96A4-341B3E72654F}"/>
              </a:ext>
              <a:ext uri="{C183D7F6-B498-43B3-948B-1728B52AA6E4}">
                <adec:decorative xmlns:adec="http://schemas.microsoft.com/office/drawing/2017/decorative" val="1"/>
              </a:ext>
            </a:extLst>
          </p:cNvPr>
          <p:cNvSpPr>
            <a:spLocks noGrp="1"/>
          </p:cNvSpPr>
          <p:nvPr>
            <p:ph type="dt" sz="half" idx="2"/>
          </p:nvPr>
        </p:nvSpPr>
        <p:spPr>
          <a:xfrm>
            <a:off x="1384478" y="6503671"/>
            <a:ext cx="255977" cy="137160"/>
          </a:xfrm>
          <a:prstGeom prst="rect">
            <a:avLst/>
          </a:prstGeom>
        </p:spPr>
        <p:txBody>
          <a:bodyPr vert="horz" wrap="none" lIns="0" tIns="0" rIns="0" bIns="0" rtlCol="0" anchor="b"/>
          <a:lstStyle>
            <a:lvl1pPr algn="l">
              <a:defRPr sz="800">
                <a:solidFill>
                  <a:schemeClr val="tx2"/>
                </a:solidFill>
              </a:defRPr>
            </a:lvl1pPr>
          </a:lstStyle>
          <a:p>
            <a:fld id="{02D25020-0143-4C28-AF12-D7B43E151733}" type="datetimeyyyy">
              <a:rPr lang="en-US" smtClean="0"/>
              <a:t>2026</a:t>
            </a:fld>
            <a:endParaRPr lang="en-US"/>
          </a:p>
        </p:txBody>
      </p:sp>
      <p:sp>
        <p:nvSpPr>
          <p:cNvPr id="6" name="Slide Number Placeholder 5">
            <a:extLst>
              <a:ext uri="{FF2B5EF4-FFF2-40B4-BE49-F238E27FC236}">
                <a16:creationId xmlns:a16="http://schemas.microsoft.com/office/drawing/2014/main" id="{BBB351C1-F417-4576-B405-26A2525BAB69}"/>
              </a:ext>
              <a:ext uri="{C183D7F6-B498-43B3-948B-1728B52AA6E4}">
                <adec:decorative xmlns:adec="http://schemas.microsoft.com/office/drawing/2017/decorative" val="1"/>
              </a:ext>
            </a:extLst>
          </p:cNvPr>
          <p:cNvSpPr>
            <a:spLocks noGrp="1"/>
          </p:cNvSpPr>
          <p:nvPr>
            <p:ph type="sldNum" sz="quarter" idx="4"/>
          </p:nvPr>
        </p:nvSpPr>
        <p:spPr>
          <a:xfrm>
            <a:off x="11277601" y="6503671"/>
            <a:ext cx="342899" cy="137160"/>
          </a:xfrm>
          <a:prstGeom prst="rect">
            <a:avLst/>
          </a:prstGeom>
        </p:spPr>
        <p:txBody>
          <a:bodyPr vert="horz" lIns="0" tIns="0" rIns="0" bIns="0" rtlCol="0" anchor="b"/>
          <a:lstStyle>
            <a:lvl1pPr algn="r">
              <a:defRPr sz="800">
                <a:solidFill>
                  <a:schemeClr val="tx2"/>
                </a:solidFill>
              </a:defRPr>
            </a:lvl1pPr>
          </a:lstStyle>
          <a:p>
            <a:fld id="{B2643E34-DC33-45ED-8E33-EC0D5991E9A4}" type="slidenum">
              <a:rPr lang="en-US" smtClean="0"/>
              <a:pPr/>
              <a:t>‹#›</a:t>
            </a:fld>
            <a:endParaRPr lang="en-US"/>
          </a:p>
        </p:txBody>
      </p:sp>
    </p:spTree>
    <p:extLst>
      <p:ext uri="{BB962C8B-B14F-4D97-AF65-F5344CB8AC3E}">
        <p14:creationId xmlns:p14="http://schemas.microsoft.com/office/powerpoint/2010/main" val="166407616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Lst>
  <p:hf hdr="0"/>
  <p:txStyles>
    <p:title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7008" indent="-227008" algn="l" defTabSz="914377"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63" indent="-233357" algn="l" defTabSz="914377"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59" indent="-165096" algn="l" defTabSz="914377"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493" indent="-173034" algn="l" defTabSz="914377"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38" indent="-171446" algn="l" defTabSz="914377"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60">
          <p15:clr>
            <a:srgbClr val="F26B43"/>
          </p15:clr>
        </p15:guide>
        <p15:guide id="4" pos="808">
          <p15:clr>
            <a:srgbClr val="A4A3A4"/>
          </p15:clr>
        </p15:guide>
        <p15:guide id="5" pos="952">
          <p15:clr>
            <a:srgbClr val="A4A3A4"/>
          </p15:clr>
        </p15:guide>
        <p15:guide id="6" pos="1400">
          <p15:clr>
            <a:srgbClr val="A4A3A4"/>
          </p15:clr>
        </p15:guide>
        <p15:guide id="7" pos="1536">
          <p15:clr>
            <a:srgbClr val="A4A3A4"/>
          </p15:clr>
        </p15:guide>
        <p15:guide id="8" pos="1992">
          <p15:clr>
            <a:srgbClr val="A4A3A4"/>
          </p15:clr>
        </p15:guide>
        <p15:guide id="9" pos="2136">
          <p15:clr>
            <a:srgbClr val="A4A3A4"/>
          </p15:clr>
        </p15:guide>
        <p15:guide id="10" pos="2584">
          <p15:clr>
            <a:srgbClr val="5ACBF0"/>
          </p15:clr>
        </p15:guide>
        <p15:guide id="11" pos="2728">
          <p15:clr>
            <a:srgbClr val="5ACBF0"/>
          </p15:clr>
        </p15:guide>
        <p15:guide id="12" pos="3176">
          <p15:clr>
            <a:srgbClr val="A4A3A4"/>
          </p15:clr>
        </p15:guide>
        <p15:guide id="13" pos="3320">
          <p15:clr>
            <a:srgbClr val="A4A3A4"/>
          </p15:clr>
        </p15:guide>
        <p15:guide id="14" pos="3768">
          <p15:clr>
            <a:srgbClr val="FBAE40"/>
          </p15:clr>
        </p15:guide>
        <p15:guide id="15" pos="3912">
          <p15:clr>
            <a:srgbClr val="FBAE40"/>
          </p15:clr>
        </p15:guide>
        <p15:guide id="16" pos="4360">
          <p15:clr>
            <a:srgbClr val="A4A3A4"/>
          </p15:clr>
        </p15:guide>
        <p15:guide id="17" pos="4504">
          <p15:clr>
            <a:srgbClr val="A4A3A4"/>
          </p15:clr>
        </p15:guide>
        <p15:guide id="18" pos="4952">
          <p15:clr>
            <a:srgbClr val="5ACBF0"/>
          </p15:clr>
        </p15:guide>
        <p15:guide id="19" pos="5096">
          <p15:clr>
            <a:srgbClr val="5ACBF0"/>
          </p15:clr>
        </p15:guide>
        <p15:guide id="20" pos="5544">
          <p15:clr>
            <a:srgbClr val="A4A3A4"/>
          </p15:clr>
        </p15:guide>
        <p15:guide id="21" pos="5688">
          <p15:clr>
            <a:srgbClr val="A4A3A4"/>
          </p15:clr>
        </p15:guide>
        <p15:guide id="22" pos="6136">
          <p15:clr>
            <a:srgbClr val="A4A3A4"/>
          </p15:clr>
        </p15:guide>
        <p15:guide id="23" pos="6280">
          <p15:clr>
            <a:srgbClr val="A4A3A4"/>
          </p15:clr>
        </p15:guide>
        <p15:guide id="24" pos="6728">
          <p15:clr>
            <a:srgbClr val="A4A3A4"/>
          </p15:clr>
        </p15:guide>
        <p15:guide id="25" pos="6872">
          <p15:clr>
            <a:srgbClr val="A4A3A4"/>
          </p15:clr>
        </p15:guide>
        <p15:guide id="26" pos="7320">
          <p15:clr>
            <a:srgbClr val="F26B43"/>
          </p15:clr>
        </p15:guide>
        <p15:guide id="27" orient="horz">
          <p15:clr>
            <a:srgbClr val="F26B43"/>
          </p15:clr>
        </p15:guide>
        <p15:guide id="28" orient="horz" pos="4320">
          <p15:clr>
            <a:srgbClr val="F26B43"/>
          </p15:clr>
        </p15:guide>
        <p15:guide id="29" orient="horz" pos="360">
          <p15:clr>
            <a:srgbClr val="F26B43"/>
          </p15:clr>
        </p15:guide>
        <p15:guide id="31" orient="horz" pos="3960">
          <p15:clr>
            <a:srgbClr val="F26B43"/>
          </p15:clr>
        </p15:guide>
        <p15:guide id="32" orient="horz" pos="984">
          <p15:clr>
            <a:srgbClr val="F26B43"/>
          </p15:clr>
        </p15:guide>
        <p15:guide id="33" orient="horz" pos="1728">
          <p15:clr>
            <a:srgbClr val="5ACBF0"/>
          </p15:clr>
        </p15:guide>
        <p15:guide id="34" orient="horz" pos="2592">
          <p15:clr>
            <a:srgbClr val="A4A3A4"/>
          </p15:clr>
        </p15:guide>
        <p15:guide id="35" orient="horz" pos="3336">
          <p15:clr>
            <a:srgbClr val="A4A3A4"/>
          </p15:clr>
        </p15:guide>
        <p15:guide id="36" orient="horz" pos="1104">
          <p15:clr>
            <a:srgbClr val="5ACBF0"/>
          </p15:clr>
        </p15:guide>
        <p15:guide id="37" orient="horz" pos="1848">
          <p15:clr>
            <a:srgbClr val="F26B43"/>
          </p15:clr>
        </p15:guide>
        <p15:guide id="38" orient="horz" pos="2472">
          <p15:clr>
            <a:srgbClr val="A4A3A4"/>
          </p15:clr>
        </p15:guide>
        <p15:guide id="39" orient="horz" pos="3216">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4741122"/>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3432D-49BF-9516-FE4B-568FEA9F4186}"/>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B82FED32-3846-7C03-A5F8-7E409F4972FA}"/>
              </a:ext>
            </a:extLst>
          </p:cNvPr>
          <p:cNvSpPr>
            <a:spLocks noGrp="1"/>
          </p:cNvSpPr>
          <p:nvPr>
            <p:ph type="title"/>
          </p:nvPr>
        </p:nvSpPr>
        <p:spPr>
          <a:xfrm>
            <a:off x="571499" y="1238678"/>
            <a:ext cx="6978651" cy="834898"/>
          </a:xfrm>
        </p:spPr>
        <p:txBody>
          <a:bodyPr>
            <a:normAutofit fontScale="90000"/>
          </a:bodyPr>
          <a:lstStyle/>
          <a:p>
            <a:pPr marL="36195" marR="635000" indent="-2540" defTabSz="554492">
              <a:lnSpc>
                <a:spcPct val="100200"/>
              </a:lnSpc>
              <a:spcBef>
                <a:spcPts val="57"/>
              </a:spcBef>
              <a:defRPr/>
            </a:pPr>
            <a:r>
              <a:rPr lang="en-US" sz="3200" b="1" spc="-30" dirty="0">
                <a:solidFill>
                  <a:srgbClr val="1E1E1E"/>
                </a:solidFill>
                <a:latin typeface="Avenir Next LT Pro"/>
              </a:rPr>
              <a:t>A Scalable Solution for the Future</a:t>
            </a:r>
          </a:p>
        </p:txBody>
      </p:sp>
      <p:sp>
        <p:nvSpPr>
          <p:cNvPr id="34" name="Text Placeholder 33">
            <a:extLst>
              <a:ext uri="{FF2B5EF4-FFF2-40B4-BE49-F238E27FC236}">
                <a16:creationId xmlns:a16="http://schemas.microsoft.com/office/drawing/2014/main" id="{15F0BF10-36DB-CB7F-BA92-A2D0041797DD}"/>
              </a:ext>
            </a:extLst>
          </p:cNvPr>
          <p:cNvSpPr>
            <a:spLocks noGrp="1"/>
          </p:cNvSpPr>
          <p:nvPr>
            <p:ph type="body" sz="quarter" idx="35"/>
          </p:nvPr>
        </p:nvSpPr>
        <p:spPr>
          <a:xfrm>
            <a:off x="571497" y="2020216"/>
            <a:ext cx="4699000" cy="457200"/>
          </a:xfrm>
        </p:spPr>
        <p:txBody>
          <a:bodyPr/>
          <a:lstStyle/>
          <a:p>
            <a:r>
              <a:rPr lang="en-GB" dirty="0">
                <a:latin typeface="Avenir Next LT Pro"/>
              </a:rPr>
              <a:t>Salesforce Order Management </a:t>
            </a:r>
          </a:p>
        </p:txBody>
      </p:sp>
      <p:sp>
        <p:nvSpPr>
          <p:cNvPr id="29" name="Text Placeholder 28">
            <a:extLst>
              <a:ext uri="{FF2B5EF4-FFF2-40B4-BE49-F238E27FC236}">
                <a16:creationId xmlns:a16="http://schemas.microsoft.com/office/drawing/2014/main" id="{81F2B6E6-03AA-0ABD-4E79-E7E65B45CC79}"/>
              </a:ext>
            </a:extLst>
          </p:cNvPr>
          <p:cNvSpPr>
            <a:spLocks noGrp="1"/>
          </p:cNvSpPr>
          <p:nvPr>
            <p:ph type="body" sz="quarter" idx="30"/>
          </p:nvPr>
        </p:nvSpPr>
        <p:spPr/>
        <p:txBody>
          <a:bodyPr>
            <a:normAutofit fontScale="77500" lnSpcReduction="20000"/>
          </a:bodyPr>
          <a:lstStyle/>
          <a:p>
            <a:r>
              <a:rPr lang="en-GB" dirty="0">
                <a:latin typeface="Avenir Next LT Pro"/>
              </a:rPr>
              <a:t>Why</a:t>
            </a:r>
          </a:p>
        </p:txBody>
      </p:sp>
      <p:sp>
        <p:nvSpPr>
          <p:cNvPr id="28" name="Text Placeholder 27">
            <a:extLst>
              <a:ext uri="{FF2B5EF4-FFF2-40B4-BE49-F238E27FC236}">
                <a16:creationId xmlns:a16="http://schemas.microsoft.com/office/drawing/2014/main" id="{8CE21370-2D1A-4299-9CBC-89AEE88C3132}"/>
              </a:ext>
            </a:extLst>
          </p:cNvPr>
          <p:cNvSpPr>
            <a:spLocks noGrp="1"/>
          </p:cNvSpPr>
          <p:nvPr>
            <p:ph type="body" sz="quarter" idx="23"/>
          </p:nvPr>
        </p:nvSpPr>
        <p:spPr>
          <a:xfrm>
            <a:off x="571497" y="3329837"/>
            <a:ext cx="3324246" cy="2332591"/>
          </a:xfrm>
        </p:spPr>
        <p:txBody>
          <a:bodyPr vert="horz" lIns="91440" tIns="45720" rIns="91440" bIns="45720" rtlCol="0" anchor="t">
            <a:normAutofit/>
          </a:bodyPr>
          <a:lstStyle/>
          <a:p>
            <a:pPr marL="0" indent="0">
              <a:buNone/>
            </a:pPr>
            <a:r>
              <a:rPr lang="en-US" dirty="0">
                <a:latin typeface="Avenir Next LT Pro"/>
              </a:rPr>
              <a:t>A</a:t>
            </a:r>
            <a:r>
              <a:rPr lang="en-US" b="0" i="0" dirty="0">
                <a:effectLst/>
                <a:latin typeface="Avenir Next LT Pro"/>
              </a:rPr>
              <a:t> leading manufacturer of </a:t>
            </a:r>
            <a:r>
              <a:rPr lang="en-US" dirty="0">
                <a:latin typeface="Avenir Next LT Pro"/>
              </a:rPr>
              <a:t>personal paper products</a:t>
            </a:r>
            <a:r>
              <a:rPr lang="en-US" b="0" i="0" dirty="0">
                <a:effectLst/>
                <a:latin typeface="Avenir Next LT Pro"/>
              </a:rPr>
              <a:t>, entered into a groundbreaking partnership with Costco to produce Kirkland brand diapers. This collaboration marks a significant milestone for </a:t>
            </a:r>
            <a:r>
              <a:rPr lang="en-US" dirty="0">
                <a:latin typeface="Avenir Next LT Pro"/>
              </a:rPr>
              <a:t>the organization</a:t>
            </a:r>
            <a:r>
              <a:rPr lang="en-US" b="0" i="0" dirty="0">
                <a:effectLst/>
                <a:latin typeface="Avenir Next LT Pro"/>
              </a:rPr>
              <a:t>, as it expands its reach into the retail market while leveraging its existing manufacturing expertise. </a:t>
            </a:r>
          </a:p>
          <a:p>
            <a:pPr marL="0" indent="0">
              <a:buNone/>
            </a:pPr>
            <a:endParaRPr lang="en-US" b="0" i="0" dirty="0">
              <a:effectLst/>
              <a:latin typeface="Avenir Next LT Pro"/>
            </a:endParaRPr>
          </a:p>
          <a:p>
            <a:pPr marL="0" indent="0">
              <a:buNone/>
            </a:pPr>
            <a:r>
              <a:rPr lang="en-US" b="0" i="0" dirty="0">
                <a:effectLst/>
                <a:latin typeface="Avenir Next LT Pro"/>
              </a:rPr>
              <a:t>While 90% of the anticipated business will utilize </a:t>
            </a:r>
            <a:r>
              <a:rPr lang="en-US" dirty="0">
                <a:latin typeface="Avenir Next LT Pro"/>
              </a:rPr>
              <a:t>the company's</a:t>
            </a:r>
            <a:r>
              <a:rPr lang="en-US" b="0" i="0" dirty="0">
                <a:effectLst/>
                <a:latin typeface="Avenir Next LT Pro"/>
              </a:rPr>
              <a:t> established B2B fulfillment process, the remaining 10% requires a new approach. These orders, placed through Costco.com, necessitate the development of a direct-to-consumer (D2C) fulfillment process, presenting both a challenge and an opportunity for </a:t>
            </a:r>
            <a:r>
              <a:rPr lang="en-US" dirty="0">
                <a:latin typeface="Avenir Next LT Pro"/>
              </a:rPr>
              <a:t>the company</a:t>
            </a:r>
            <a:r>
              <a:rPr lang="en-US" b="0" i="0" dirty="0">
                <a:effectLst/>
                <a:latin typeface="Avenir Next LT Pro"/>
              </a:rPr>
              <a:t> to innovate and grow.</a:t>
            </a:r>
            <a:endParaRPr lang="en-GB" dirty="0">
              <a:latin typeface="Avenir Next LT Pro"/>
            </a:endParaRPr>
          </a:p>
        </p:txBody>
      </p:sp>
      <p:sp>
        <p:nvSpPr>
          <p:cNvPr id="30" name="Text Placeholder 29">
            <a:extLst>
              <a:ext uri="{FF2B5EF4-FFF2-40B4-BE49-F238E27FC236}">
                <a16:creationId xmlns:a16="http://schemas.microsoft.com/office/drawing/2014/main" id="{2CAF26F2-5504-B9AE-8310-DF670849A9F6}"/>
              </a:ext>
            </a:extLst>
          </p:cNvPr>
          <p:cNvSpPr>
            <a:spLocks noGrp="1"/>
          </p:cNvSpPr>
          <p:nvPr>
            <p:ph type="body" sz="quarter" idx="31"/>
          </p:nvPr>
        </p:nvSpPr>
        <p:spPr/>
        <p:txBody>
          <a:bodyPr>
            <a:normAutofit fontScale="77500" lnSpcReduction="20000"/>
          </a:bodyPr>
          <a:lstStyle/>
          <a:p>
            <a:r>
              <a:rPr lang="en-GB">
                <a:latin typeface="Avenir Next LT Pro"/>
              </a:rPr>
              <a:t>What</a:t>
            </a:r>
          </a:p>
        </p:txBody>
      </p:sp>
      <p:sp>
        <p:nvSpPr>
          <p:cNvPr id="32" name="Text Placeholder 31">
            <a:extLst>
              <a:ext uri="{FF2B5EF4-FFF2-40B4-BE49-F238E27FC236}">
                <a16:creationId xmlns:a16="http://schemas.microsoft.com/office/drawing/2014/main" id="{CB84E7E0-B139-71C7-CA2E-CE16C909EBA8}"/>
              </a:ext>
            </a:extLst>
          </p:cNvPr>
          <p:cNvSpPr>
            <a:spLocks noGrp="1"/>
          </p:cNvSpPr>
          <p:nvPr>
            <p:ph type="body" sz="quarter" idx="33"/>
          </p:nvPr>
        </p:nvSpPr>
        <p:spPr>
          <a:xfrm>
            <a:off x="4337318" y="3329838"/>
            <a:ext cx="3324246" cy="2956662"/>
          </a:xfrm>
        </p:spPr>
        <p:txBody>
          <a:bodyPr vert="horz" lIns="91440" tIns="45720" rIns="91440" bIns="45720" rtlCol="0" anchor="t">
            <a:normAutofit/>
          </a:bodyPr>
          <a:lstStyle/>
          <a:p>
            <a:pPr marL="0" indent="0">
              <a:buNone/>
            </a:pPr>
            <a:r>
              <a:rPr lang="en-US" b="0" i="0" dirty="0">
                <a:effectLst/>
                <a:latin typeface="Avenir Next LT Pro"/>
              </a:rPr>
              <a:t>To meet the demands of this new partnership, </a:t>
            </a:r>
            <a:r>
              <a:rPr lang="en-US" dirty="0">
                <a:latin typeface="Avenir Next LT Pro"/>
              </a:rPr>
              <a:t>the company embarked</a:t>
            </a:r>
            <a:r>
              <a:rPr lang="en-US" b="0" i="0" dirty="0">
                <a:effectLst/>
                <a:latin typeface="Avenir Next LT Pro"/>
              </a:rPr>
              <a:t> on a journey to design a D2C fulfillment process tailored specifically for Costco dropship orders and implementation of the technologies that meet business objectives. Key components of this new process include order management and fulfill</a:t>
            </a:r>
            <a:r>
              <a:rPr lang="en-US" dirty="0">
                <a:latin typeface="Avenir Next LT Pro"/>
              </a:rPr>
              <a:t>ment, integration to Commerce Hub and SAP ERP, and warehouse management solution capabilities including pick, pack, ship and robust inventory tracking. </a:t>
            </a:r>
            <a:r>
              <a:rPr lang="en-US" b="0" i="0" dirty="0">
                <a:effectLst/>
                <a:latin typeface="Avenir Next LT Pro"/>
              </a:rPr>
              <a:t> </a:t>
            </a:r>
          </a:p>
          <a:p>
            <a:pPr marL="0" indent="0">
              <a:buNone/>
            </a:pPr>
            <a:endParaRPr lang="en-US" b="0" i="0" dirty="0">
              <a:effectLst/>
              <a:latin typeface="Avenir Next LT Pro"/>
            </a:endParaRPr>
          </a:p>
          <a:p>
            <a:pPr marL="0" indent="0">
              <a:buNone/>
            </a:pPr>
            <a:r>
              <a:rPr lang="en-US" dirty="0">
                <a:latin typeface="Avenir Next LT Pro"/>
              </a:rPr>
              <a:t>Slalom engaged with deep expertise in the order management and warehouse management space to understand the current order fulfillment processes and partner with the company to develop a scalable and efficient business process and make toolset recommendations for new technologies that need to be implemented as part of the future solution.  </a:t>
            </a:r>
            <a:endParaRPr lang="en-US" b="0" i="0" dirty="0">
              <a:effectLst/>
              <a:latin typeface="Avenir Next LT Pro"/>
            </a:endParaRPr>
          </a:p>
        </p:txBody>
      </p:sp>
      <p:sp>
        <p:nvSpPr>
          <p:cNvPr id="31" name="Text Placeholder 30">
            <a:extLst>
              <a:ext uri="{FF2B5EF4-FFF2-40B4-BE49-F238E27FC236}">
                <a16:creationId xmlns:a16="http://schemas.microsoft.com/office/drawing/2014/main" id="{0328F973-E1EB-61D4-D831-4F12B4821D29}"/>
              </a:ext>
            </a:extLst>
          </p:cNvPr>
          <p:cNvSpPr>
            <a:spLocks noGrp="1"/>
          </p:cNvSpPr>
          <p:nvPr>
            <p:ph type="body" sz="quarter" idx="32"/>
          </p:nvPr>
        </p:nvSpPr>
        <p:spPr/>
        <p:txBody>
          <a:bodyPr>
            <a:normAutofit fontScale="77500" lnSpcReduction="20000"/>
          </a:bodyPr>
          <a:lstStyle/>
          <a:p>
            <a:r>
              <a:rPr lang="en-GB" dirty="0">
                <a:solidFill>
                  <a:schemeClr val="accent1"/>
                </a:solidFill>
                <a:latin typeface="Avenir Next LT Pro"/>
              </a:rPr>
              <a:t>Wow</a:t>
            </a:r>
          </a:p>
        </p:txBody>
      </p:sp>
      <p:sp>
        <p:nvSpPr>
          <p:cNvPr id="33" name="Text Placeholder 32">
            <a:extLst>
              <a:ext uri="{FF2B5EF4-FFF2-40B4-BE49-F238E27FC236}">
                <a16:creationId xmlns:a16="http://schemas.microsoft.com/office/drawing/2014/main" id="{3DDDE2D0-6376-5F63-A9CF-F97E391E612D}"/>
              </a:ext>
            </a:extLst>
          </p:cNvPr>
          <p:cNvSpPr>
            <a:spLocks noGrp="1"/>
          </p:cNvSpPr>
          <p:nvPr>
            <p:ph type="body" sz="quarter" idx="34"/>
          </p:nvPr>
        </p:nvSpPr>
        <p:spPr>
          <a:xfrm>
            <a:off x="8098994" y="3329838"/>
            <a:ext cx="3178607" cy="2956662"/>
          </a:xfrm>
        </p:spPr>
        <p:txBody>
          <a:bodyPr/>
          <a:lstStyle/>
          <a:p>
            <a:pPr marL="0" indent="0">
              <a:buNone/>
            </a:pPr>
            <a:r>
              <a:rPr lang="en-US" dirty="0">
                <a:latin typeface="Avenir Next LT Pro"/>
              </a:rPr>
              <a:t>During the three-</a:t>
            </a:r>
            <a:r>
              <a:rPr lang="en-US" b="0" i="0" dirty="0">
                <a:effectLst/>
                <a:latin typeface="Avenir Next LT Pro"/>
              </a:rPr>
              <a:t>month engagement, Slalom produced a complete end-to-end process design of the holistic solution across workstreams and personas, prioritized user stories for each persona and system, an integration inventory, and complete functional and technical specifications to be leveraged as part of implementation. </a:t>
            </a:r>
          </a:p>
          <a:p>
            <a:pPr marL="0" indent="0">
              <a:buNone/>
            </a:pPr>
            <a:endParaRPr lang="en-US" b="0" i="0" dirty="0">
              <a:effectLst/>
              <a:latin typeface="Avenir Next LT Pro"/>
            </a:endParaRPr>
          </a:p>
          <a:p>
            <a:pPr marL="0" indent="0">
              <a:buNone/>
            </a:pPr>
            <a:r>
              <a:rPr lang="en-US" b="0" i="0" dirty="0">
                <a:effectLst/>
                <a:latin typeface="Avenir Next LT Pro"/>
              </a:rPr>
              <a:t>This innovative system not only supports the Costco partnership but also lays the groundwork for future D2C customer fulfillment capabilities. The process and technologies defined </a:t>
            </a:r>
            <a:r>
              <a:rPr lang="en-US" dirty="0">
                <a:latin typeface="Avenir Next LT Pro"/>
              </a:rPr>
              <a:t>establish </a:t>
            </a:r>
            <a:r>
              <a:rPr lang="en-US" b="0" i="0" dirty="0">
                <a:effectLst/>
                <a:latin typeface="Avenir Next LT Pro"/>
              </a:rPr>
              <a:t>a fulfillment process that is both scalable and efficient, ensuring it can handle current demands while also preparing for future growth. </a:t>
            </a:r>
            <a:endParaRPr lang="en-GB" dirty="0">
              <a:latin typeface="Avenir Next LT Pro"/>
            </a:endParaRPr>
          </a:p>
          <a:p>
            <a:pPr marL="0" indent="0" defTabSz="554492">
              <a:spcBef>
                <a:spcPts val="797"/>
              </a:spcBef>
              <a:buNone/>
              <a:tabLst>
                <a:tab pos="122065" algn="l"/>
              </a:tabLst>
              <a:defRPr/>
            </a:pPr>
            <a:endParaRPr lang="en-US" sz="1000" dirty="0">
              <a:solidFill>
                <a:srgbClr val="1E1E1E"/>
              </a:solidFill>
              <a:latin typeface="Avenir Next LT Pro"/>
            </a:endParaRPr>
          </a:p>
          <a:p>
            <a:pPr marL="0" indent="0">
              <a:buNone/>
            </a:pPr>
            <a:endParaRPr lang="en-GB" dirty="0">
              <a:latin typeface="Avenir Next LT Pro"/>
            </a:endParaRPr>
          </a:p>
        </p:txBody>
      </p:sp>
      <p:sp>
        <p:nvSpPr>
          <p:cNvPr id="21" name="Footer Placeholder 20">
            <a:extLst>
              <a:ext uri="{FF2B5EF4-FFF2-40B4-BE49-F238E27FC236}">
                <a16:creationId xmlns:a16="http://schemas.microsoft.com/office/drawing/2014/main" id="{FD26EED1-B75A-D1E4-5CD0-310700E1E811}"/>
              </a:ext>
            </a:extLst>
          </p:cNvPr>
          <p:cNvSpPr>
            <a:spLocks noGrp="1"/>
          </p:cNvSpPr>
          <p:nvPr>
            <p:ph type="ftr" sz="quarter" idx="10"/>
          </p:nvPr>
        </p:nvSpPr>
        <p:spPr>
          <a:xfrm>
            <a:off x="1155700" y="6356350"/>
            <a:ext cx="4114800" cy="365125"/>
          </a:xfrm>
        </p:spPr>
        <p:txBody>
          <a:bodyPr/>
          <a:lstStyle/>
          <a:p>
            <a:r>
              <a:rPr lang="en-US"/>
              <a:t>Slalom. All Rights Reserved. Proprietary and Confidential.</a:t>
            </a:r>
          </a:p>
        </p:txBody>
      </p:sp>
      <p:sp>
        <p:nvSpPr>
          <p:cNvPr id="22" name="Date Placeholder 21">
            <a:extLst>
              <a:ext uri="{FF2B5EF4-FFF2-40B4-BE49-F238E27FC236}">
                <a16:creationId xmlns:a16="http://schemas.microsoft.com/office/drawing/2014/main" id="{5D3F68BE-131F-9136-D461-F1A2C1FA96EF}"/>
              </a:ext>
            </a:extLst>
          </p:cNvPr>
          <p:cNvSpPr>
            <a:spLocks noGrp="1"/>
          </p:cNvSpPr>
          <p:nvPr>
            <p:ph type="dt" sz="half" idx="11"/>
          </p:nvPr>
        </p:nvSpPr>
        <p:spPr/>
        <p:txBody>
          <a:bodyPr/>
          <a:lstStyle/>
          <a:p>
            <a:fld id="{DDBF4B6A-A01B-E747-964D-8713630B190D}" type="datetimeyyyy">
              <a:rPr lang="en-GB" smtClean="0"/>
              <a:t>2026</a:t>
            </a:fld>
            <a:endParaRPr lang="en-US"/>
          </a:p>
        </p:txBody>
      </p:sp>
      <p:sp>
        <p:nvSpPr>
          <p:cNvPr id="23" name="Slide Number Placeholder 22">
            <a:extLst>
              <a:ext uri="{FF2B5EF4-FFF2-40B4-BE49-F238E27FC236}">
                <a16:creationId xmlns:a16="http://schemas.microsoft.com/office/drawing/2014/main" id="{7D9D78DE-B8BB-ED8A-8BBB-9C7BEF00574D}"/>
              </a:ext>
            </a:extLst>
          </p:cNvPr>
          <p:cNvSpPr>
            <a:spLocks noGrp="1"/>
          </p:cNvSpPr>
          <p:nvPr>
            <p:ph type="sldNum" sz="quarter" idx="12"/>
          </p:nvPr>
        </p:nvSpPr>
        <p:spPr/>
        <p:txBody>
          <a:bodyPr/>
          <a:lstStyle/>
          <a:p>
            <a:fld id="{B2643E34-DC33-45ED-8E33-EC0D5991E9A4}" type="slidenum">
              <a:rPr lang="en-US" smtClean="0"/>
              <a:pPr/>
              <a:t>1</a:t>
            </a:fld>
            <a:endParaRPr lang="en-US"/>
          </a:p>
        </p:txBody>
      </p:sp>
      <p:pic>
        <p:nvPicPr>
          <p:cNvPr id="1028" name="Picture 4" descr="Make Things Better™ | First Quality">
            <a:extLst>
              <a:ext uri="{FF2B5EF4-FFF2-40B4-BE49-F238E27FC236}">
                <a16:creationId xmlns:a16="http://schemas.microsoft.com/office/drawing/2014/main" id="{FDEA2EA9-96B6-1B66-1502-2E8AF4A56B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4381"/>
          <a:stretch/>
        </p:blipFill>
        <p:spPr bwMode="auto">
          <a:xfrm>
            <a:off x="8567960" y="7620"/>
            <a:ext cx="3609995" cy="2471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286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F8C7C1C-33E4-0CD3-4934-F5950CC23060}"/>
              </a:ext>
            </a:extLst>
          </p:cNvPr>
          <p:cNvSpPr>
            <a:spLocks noGrp="1"/>
          </p:cNvSpPr>
          <p:nvPr>
            <p:ph type="title"/>
          </p:nvPr>
        </p:nvSpPr>
        <p:spPr>
          <a:xfrm>
            <a:off x="586354" y="358405"/>
            <a:ext cx="5370828" cy="841248"/>
          </a:xfrm>
        </p:spPr>
        <p:txBody>
          <a:bodyPr/>
          <a:lstStyle/>
          <a:p>
            <a:r>
              <a:rPr lang="en-US"/>
              <a:t>Transforming the Global Customer Experience for a medical device company</a:t>
            </a:r>
          </a:p>
        </p:txBody>
      </p:sp>
      <p:sp>
        <p:nvSpPr>
          <p:cNvPr id="2" name="Text Placeholder 1">
            <a:extLst>
              <a:ext uri="{FF2B5EF4-FFF2-40B4-BE49-F238E27FC236}">
                <a16:creationId xmlns:a16="http://schemas.microsoft.com/office/drawing/2014/main" id="{B2A44DDE-3EF8-09DD-6C70-7844AA50DBA8}"/>
              </a:ext>
            </a:extLst>
          </p:cNvPr>
          <p:cNvSpPr>
            <a:spLocks noGrp="1"/>
          </p:cNvSpPr>
          <p:nvPr>
            <p:ph type="body" sz="quarter" idx="35"/>
          </p:nvPr>
        </p:nvSpPr>
        <p:spPr>
          <a:xfrm>
            <a:off x="586355" y="1745048"/>
            <a:ext cx="4699000" cy="457200"/>
          </a:xfrm>
        </p:spPr>
        <p:txBody>
          <a:bodyPr/>
          <a:lstStyle/>
          <a:p>
            <a:r>
              <a:rPr lang="en-US"/>
              <a:t>Life Sciences | Medical Devices | Salesforce | MuleSoft | Validated Environment |Data Migration | Large Program Management | Change Management </a:t>
            </a:r>
          </a:p>
        </p:txBody>
      </p:sp>
      <p:pic>
        <p:nvPicPr>
          <p:cNvPr id="19" name="Picture Placeholder 18" descr="Doctor explaining paperwork to a patient in an examination room">
            <a:extLst>
              <a:ext uri="{FF2B5EF4-FFF2-40B4-BE49-F238E27FC236}">
                <a16:creationId xmlns:a16="http://schemas.microsoft.com/office/drawing/2014/main" id="{B212BF5C-BC74-5C7C-D002-429CEB82417E}"/>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rcRect t="29307" b="29307"/>
          <a:stretch/>
        </p:blipFill>
        <p:spPr>
          <a:xfrm>
            <a:off x="6234819" y="583692"/>
            <a:ext cx="5403684" cy="1489883"/>
          </a:xfrm>
        </p:spPr>
      </p:pic>
      <p:sp>
        <p:nvSpPr>
          <p:cNvPr id="4" name="Text Placeholder 3">
            <a:extLst>
              <a:ext uri="{FF2B5EF4-FFF2-40B4-BE49-F238E27FC236}">
                <a16:creationId xmlns:a16="http://schemas.microsoft.com/office/drawing/2014/main" id="{32C5F1BD-00F9-DCB0-92F9-FDDE41E65F34}"/>
              </a:ext>
            </a:extLst>
          </p:cNvPr>
          <p:cNvSpPr>
            <a:spLocks noGrp="1"/>
          </p:cNvSpPr>
          <p:nvPr>
            <p:ph type="body" sz="quarter" idx="30"/>
          </p:nvPr>
        </p:nvSpPr>
        <p:spPr>
          <a:xfrm>
            <a:off x="586358" y="2340523"/>
            <a:ext cx="2814017" cy="195539"/>
          </a:xfrm>
        </p:spPr>
        <p:txBody>
          <a:bodyPr/>
          <a:lstStyle/>
          <a:p>
            <a:r>
              <a:rPr lang="en-US"/>
              <a:t>Why</a:t>
            </a:r>
          </a:p>
        </p:txBody>
      </p:sp>
      <p:sp>
        <p:nvSpPr>
          <p:cNvPr id="3" name="Text Placeholder 2">
            <a:extLst>
              <a:ext uri="{FF2B5EF4-FFF2-40B4-BE49-F238E27FC236}">
                <a16:creationId xmlns:a16="http://schemas.microsoft.com/office/drawing/2014/main" id="{75E1731D-966E-498E-2445-0EDCEA847667}"/>
              </a:ext>
            </a:extLst>
          </p:cNvPr>
          <p:cNvSpPr>
            <a:spLocks noGrp="1"/>
          </p:cNvSpPr>
          <p:nvPr>
            <p:ph type="body" sz="quarter" idx="23"/>
          </p:nvPr>
        </p:nvSpPr>
        <p:spPr>
          <a:xfrm>
            <a:off x="586356" y="2714735"/>
            <a:ext cx="2814017" cy="2332591"/>
          </a:xfrm>
        </p:spPr>
        <p:txBody>
          <a:bodyPr/>
          <a:lstStyle/>
          <a:p>
            <a:pPr marL="0" indent="0">
              <a:buNone/>
            </a:pPr>
            <a:r>
              <a:rPr lang="en-US" sz="867"/>
              <a:t>Our client, a global medical device company, is seeking opportunity to create a customer experience that will support exponentially scaling their customer base and growing revenue 3x.  </a:t>
            </a:r>
          </a:p>
          <a:p>
            <a:pPr marL="0" indent="0">
              <a:buNone/>
            </a:pPr>
            <a:r>
              <a:rPr lang="en-US" sz="867"/>
              <a:t>In order to achieve these aggressive goals, our client needed to re-imagine the customer / patient experience for awareness, sales and ordering, onboarding, customer service and billing processes through the introduction of digital customer interactions and streamlined back-end systems and processes. </a:t>
            </a:r>
          </a:p>
        </p:txBody>
      </p:sp>
      <p:sp>
        <p:nvSpPr>
          <p:cNvPr id="5" name="Text Placeholder 4">
            <a:extLst>
              <a:ext uri="{FF2B5EF4-FFF2-40B4-BE49-F238E27FC236}">
                <a16:creationId xmlns:a16="http://schemas.microsoft.com/office/drawing/2014/main" id="{6316564F-0C7A-F612-9672-CA05FBB7864F}"/>
              </a:ext>
            </a:extLst>
          </p:cNvPr>
          <p:cNvSpPr>
            <a:spLocks noGrp="1"/>
          </p:cNvSpPr>
          <p:nvPr>
            <p:ph type="body" sz="quarter" idx="31"/>
          </p:nvPr>
        </p:nvSpPr>
        <p:spPr>
          <a:xfrm>
            <a:off x="4352176" y="2340523"/>
            <a:ext cx="2814017" cy="195539"/>
          </a:xfrm>
        </p:spPr>
        <p:txBody>
          <a:bodyPr/>
          <a:lstStyle/>
          <a:p>
            <a:r>
              <a:rPr lang="en-US"/>
              <a:t>What</a:t>
            </a:r>
          </a:p>
        </p:txBody>
      </p:sp>
      <p:sp>
        <p:nvSpPr>
          <p:cNvPr id="13" name="Text Placeholder 12">
            <a:extLst>
              <a:ext uri="{FF2B5EF4-FFF2-40B4-BE49-F238E27FC236}">
                <a16:creationId xmlns:a16="http://schemas.microsoft.com/office/drawing/2014/main" id="{E9CE9284-E4EA-2CEC-6EC4-A2B806C4A6B6}"/>
              </a:ext>
            </a:extLst>
          </p:cNvPr>
          <p:cNvSpPr>
            <a:spLocks noGrp="1"/>
          </p:cNvSpPr>
          <p:nvPr>
            <p:ph type="body" sz="quarter" idx="33"/>
          </p:nvPr>
        </p:nvSpPr>
        <p:spPr>
          <a:xfrm>
            <a:off x="4352176" y="2714735"/>
            <a:ext cx="2814017" cy="2956663"/>
          </a:xfrm>
        </p:spPr>
        <p:txBody>
          <a:bodyPr/>
          <a:lstStyle/>
          <a:p>
            <a:pPr marL="0" indent="0">
              <a:buNone/>
            </a:pPr>
            <a:r>
              <a:rPr lang="en-US" sz="867"/>
              <a:t>Slalom worked closely with the client for 2 years, with initial efforts to envision the patients journey through to the roll-out of the new Salesforce enabled processes.  Working in close partnership with the client, Slalom leveraged our Service Design Framework to facilitate a re-imagining of each phase of the patient journey. We then leveraged our Salesforce Delivery Framework to enable new customer- facing and internal capabilities on multiple Salesforce Lightning clouds including Communities, Health, Sales, Service and Marketing.  </a:t>
            </a:r>
          </a:p>
          <a:p>
            <a:pPr marL="0" indent="0">
              <a:buNone/>
            </a:pPr>
            <a:r>
              <a:rPr lang="en-US" sz="867"/>
              <a:t>To enable a holistic view of the customer, we replaced a legacy integration tool with MuleSoft, which automated manual process and created a reliable flow of data across the organization.  </a:t>
            </a:r>
          </a:p>
          <a:p>
            <a:pPr marL="0" indent="0">
              <a:buNone/>
            </a:pPr>
            <a:r>
              <a:rPr lang="en-US" sz="867"/>
              <a:t>Underlying the entire process was a robust program management structure, a holistic testing and compliance strategy, a refined data quality and governance structure, and a company-wide change program inclusive of communications, training and readiness and adoption measurement.</a:t>
            </a:r>
          </a:p>
        </p:txBody>
      </p:sp>
      <p:sp>
        <p:nvSpPr>
          <p:cNvPr id="6" name="Text Placeholder 5">
            <a:extLst>
              <a:ext uri="{FF2B5EF4-FFF2-40B4-BE49-F238E27FC236}">
                <a16:creationId xmlns:a16="http://schemas.microsoft.com/office/drawing/2014/main" id="{AC490655-2DBA-08F1-9E0F-340B23C544E6}"/>
              </a:ext>
            </a:extLst>
          </p:cNvPr>
          <p:cNvSpPr>
            <a:spLocks noGrp="1"/>
          </p:cNvSpPr>
          <p:nvPr>
            <p:ph type="body" sz="quarter" idx="32"/>
          </p:nvPr>
        </p:nvSpPr>
        <p:spPr>
          <a:xfrm>
            <a:off x="8113853" y="2340523"/>
            <a:ext cx="2814017" cy="195539"/>
          </a:xfrm>
        </p:spPr>
        <p:txBody>
          <a:bodyPr/>
          <a:lstStyle/>
          <a:p>
            <a:r>
              <a:rPr lang="en-US"/>
              <a:t>Wow</a:t>
            </a:r>
          </a:p>
        </p:txBody>
      </p:sp>
      <p:sp>
        <p:nvSpPr>
          <p:cNvPr id="14" name="Text Placeholder 13">
            <a:extLst>
              <a:ext uri="{FF2B5EF4-FFF2-40B4-BE49-F238E27FC236}">
                <a16:creationId xmlns:a16="http://schemas.microsoft.com/office/drawing/2014/main" id="{996B3159-4070-2E0B-917A-D20215F2764E}"/>
              </a:ext>
            </a:extLst>
          </p:cNvPr>
          <p:cNvSpPr>
            <a:spLocks noGrp="1"/>
          </p:cNvSpPr>
          <p:nvPr>
            <p:ph type="body" sz="quarter" idx="34"/>
          </p:nvPr>
        </p:nvSpPr>
        <p:spPr>
          <a:xfrm>
            <a:off x="8113853" y="2714735"/>
            <a:ext cx="3491793" cy="2956663"/>
          </a:xfrm>
        </p:spPr>
        <p:txBody>
          <a:bodyPr/>
          <a:lstStyle/>
          <a:p>
            <a:pPr marL="0" indent="0">
              <a:buNone/>
            </a:pPr>
            <a:r>
              <a:rPr lang="en-US" sz="867"/>
              <a:t>As a result of this program, the client is doubling down on their mission to improve the lives of individuals with diabetes through an improved customer experience, leveraging new digital interactions, improved customer insights to drive more proactive interactions, and streamlined processes to drive efficiencies.  Some, but not all, of the benefits realized include:</a:t>
            </a:r>
          </a:p>
          <a:p>
            <a:pPr>
              <a:spcAft>
                <a:spcPts val="0"/>
              </a:spcAft>
            </a:pPr>
            <a:r>
              <a:rPr lang="en-US" sz="867"/>
              <a:t>A new Customer Portal allowing customers to connect how they want, when they want, with options to update personal information and communication preferences, track orders, report issues, and receive offline support.</a:t>
            </a:r>
          </a:p>
          <a:p>
            <a:pPr>
              <a:spcAft>
                <a:spcPts val="0"/>
              </a:spcAft>
            </a:pPr>
            <a:r>
              <a:rPr lang="en-US" sz="867"/>
              <a:t>Ability for Customer Care and Inside Sales teams to manage leads, customer accounts, opportunities, and service needs in one centralized location and seamlessly collaborate across teams via Chatter automated approval rules, and guided flows, ultimately reducing call handling time with customers.  </a:t>
            </a:r>
          </a:p>
          <a:p>
            <a:pPr>
              <a:spcAft>
                <a:spcPts val="0"/>
              </a:spcAft>
            </a:pPr>
            <a:r>
              <a:rPr lang="en-US" sz="867"/>
              <a:t>Providing sales teams with a 360-degree view of customers, distributors, and payers to better support HCP relationships and benefits from forecasting and pipeline management reports.</a:t>
            </a:r>
          </a:p>
          <a:p>
            <a:pPr>
              <a:spcAft>
                <a:spcPts val="0"/>
              </a:spcAft>
            </a:pPr>
            <a:r>
              <a:rPr lang="en-US" sz="867"/>
              <a:t>Automated messaging, through Marketing Cloud, customized to meet the needs of prospects and customers.</a:t>
            </a:r>
          </a:p>
          <a:p>
            <a:pPr>
              <a:spcAft>
                <a:spcPts val="0"/>
              </a:spcAft>
            </a:pPr>
            <a:r>
              <a:rPr lang="en-US" sz="867"/>
              <a:t>Manage payers, create payer plans, and ensure accurate payments through new, automated order gating rules and automated workflows that reduce the time and effort it takes to verify and associate a payer to customers for order preparation.</a:t>
            </a:r>
          </a:p>
        </p:txBody>
      </p:sp>
      <p:sp>
        <p:nvSpPr>
          <p:cNvPr id="7" name="Footer Placeholder 6">
            <a:extLst>
              <a:ext uri="{FF2B5EF4-FFF2-40B4-BE49-F238E27FC236}">
                <a16:creationId xmlns:a16="http://schemas.microsoft.com/office/drawing/2014/main" id="{B3785948-084B-F82B-EDDC-BBDABA7EE920}"/>
              </a:ext>
              <a:ext uri="{C183D7F6-B498-43B3-948B-1728B52AA6E4}">
                <adec:decorative xmlns:adec="http://schemas.microsoft.com/office/drawing/2017/decorative" val="1"/>
              </a:ext>
            </a:extLst>
          </p:cNvPr>
          <p:cNvSpPr>
            <a:spLocks noGrp="1"/>
          </p:cNvSpPr>
          <p:nvPr>
            <p:ph type="ftr" sz="quarter" idx="10"/>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6666"/>
                </a:solidFill>
                <a:effectLst/>
                <a:uLnTx/>
                <a:uFillTx/>
                <a:latin typeface="Avenir Next LT Pro"/>
                <a:ea typeface="+mn-ea"/>
                <a:cs typeface="+mn-cs"/>
              </a:rPr>
              <a:t>Slalom. All Rights Reserved. Proprietary and Confidential.</a:t>
            </a:r>
          </a:p>
        </p:txBody>
      </p:sp>
      <p:sp>
        <p:nvSpPr>
          <p:cNvPr id="8" name="Date Placeholder 7">
            <a:extLst>
              <a:ext uri="{FF2B5EF4-FFF2-40B4-BE49-F238E27FC236}">
                <a16:creationId xmlns:a16="http://schemas.microsoft.com/office/drawing/2014/main" id="{C4DEB680-6B17-1B63-4E90-6E4381DBFF3B}"/>
              </a:ext>
              <a:ext uri="{C183D7F6-B498-43B3-948B-1728B52AA6E4}">
                <adec:decorative xmlns:adec="http://schemas.microsoft.com/office/drawing/2017/decorative" val="1"/>
              </a:ext>
            </a:extLst>
          </p:cNvPr>
          <p:cNvSpPr>
            <a:spLocks noGrp="1"/>
          </p:cNvSpPr>
          <p:nvPr>
            <p:ph type="dt" sz="half" idx="1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6DF1DE35-69CC-4163-A82C-CE2B13AD7CDC}" type="datetimeyyyy">
              <a:rPr kumimoji="0" lang="en-US" sz="800" b="0" i="0" u="none" strike="noStrike" kern="1200" cap="none" spc="0" normalizeH="0" baseline="0" noProof="0">
                <a:ln>
                  <a:noFill/>
                </a:ln>
                <a:solidFill>
                  <a:srgbClr val="666666"/>
                </a:solidFill>
                <a:effectLst/>
                <a:uLnTx/>
                <a:uFillTx/>
                <a:latin typeface="Avenir Next LT Pro"/>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2026</a:t>
            </a:fld>
            <a:endParaRPr kumimoji="0" lang="en-US" sz="800" b="0" i="0" u="none" strike="noStrike" kern="1200" cap="none" spc="0" normalizeH="0" baseline="0" noProof="0">
              <a:ln>
                <a:noFill/>
              </a:ln>
              <a:solidFill>
                <a:srgbClr val="666666"/>
              </a:solidFill>
              <a:effectLst/>
              <a:uLnTx/>
              <a:uFillTx/>
              <a:latin typeface="Avenir Next LT Pro"/>
              <a:ea typeface="+mn-ea"/>
              <a:cs typeface="+mn-cs"/>
            </a:endParaRPr>
          </a:p>
        </p:txBody>
      </p:sp>
      <p:sp>
        <p:nvSpPr>
          <p:cNvPr id="9" name="Slide Number Placeholder 8">
            <a:extLst>
              <a:ext uri="{FF2B5EF4-FFF2-40B4-BE49-F238E27FC236}">
                <a16:creationId xmlns:a16="http://schemas.microsoft.com/office/drawing/2014/main" id="{135C0B01-E76B-D40C-D247-E88DF398A903}"/>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B2643E34-DC33-45ED-8E33-EC0D5991E9A4}" type="slidenum">
              <a:rPr kumimoji="0" lang="en-US" sz="800" b="0" i="0" u="none" strike="noStrike" kern="1200" cap="none" spc="0" normalizeH="0" baseline="0" noProof="0">
                <a:ln>
                  <a:noFill/>
                </a:ln>
                <a:solidFill>
                  <a:srgbClr val="666666"/>
                </a:solidFill>
                <a:effectLst/>
                <a:uLnTx/>
                <a:uFillTx/>
                <a:latin typeface="Avenir Next LT Pro"/>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666666"/>
              </a:solidFill>
              <a:effectLst/>
              <a:uLnTx/>
              <a:uFillTx/>
              <a:latin typeface="Avenir Next LT Pro"/>
              <a:ea typeface="+mn-ea"/>
              <a:cs typeface="+mn-cs"/>
            </a:endParaRPr>
          </a:p>
        </p:txBody>
      </p:sp>
      <p:cxnSp>
        <p:nvCxnSpPr>
          <p:cNvPr id="10" name="Straight Connector 9">
            <a:extLst>
              <a:ext uri="{FF2B5EF4-FFF2-40B4-BE49-F238E27FC236}">
                <a16:creationId xmlns:a16="http://schemas.microsoft.com/office/drawing/2014/main" id="{F6029B31-CAD7-CA89-BE85-8A201D043A4A}"/>
              </a:ext>
              <a:ext uri="{C183D7F6-B498-43B3-948B-1728B52AA6E4}">
                <adec:decorative xmlns:adec="http://schemas.microsoft.com/office/drawing/2017/decorative" val="1"/>
              </a:ext>
            </a:extLst>
          </p:cNvPr>
          <p:cNvCxnSpPr>
            <a:cxnSpLocks/>
          </p:cNvCxnSpPr>
          <p:nvPr/>
        </p:nvCxnSpPr>
        <p:spPr>
          <a:xfrm>
            <a:off x="8128568" y="2623115"/>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75610E7-1C9C-1F7F-01FA-394650ADE0D0}"/>
              </a:ext>
              <a:ext uri="{C183D7F6-B498-43B3-948B-1728B52AA6E4}">
                <adec:decorative xmlns:adec="http://schemas.microsoft.com/office/drawing/2017/decorative" val="1"/>
              </a:ext>
            </a:extLst>
          </p:cNvPr>
          <p:cNvCxnSpPr>
            <a:cxnSpLocks/>
          </p:cNvCxnSpPr>
          <p:nvPr/>
        </p:nvCxnSpPr>
        <p:spPr>
          <a:xfrm>
            <a:off x="4372347" y="2623115"/>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31E41D3-AE4C-10EC-F26B-1B8EEFBFF363}"/>
              </a:ext>
              <a:ext uri="{C183D7F6-B498-43B3-948B-1728B52AA6E4}">
                <adec:decorative xmlns:adec="http://schemas.microsoft.com/office/drawing/2017/decorative" val="1"/>
              </a:ext>
            </a:extLst>
          </p:cNvPr>
          <p:cNvCxnSpPr>
            <a:cxnSpLocks/>
          </p:cNvCxnSpPr>
          <p:nvPr/>
        </p:nvCxnSpPr>
        <p:spPr>
          <a:xfrm>
            <a:off x="586360" y="2623115"/>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A0750CD7-3D9A-44F3-32E9-FB689DF3CDF5}"/>
              </a:ext>
              <a:ext uri="{C183D7F6-B498-43B3-948B-1728B52AA6E4}">
                <adec:decorative xmlns:adec="http://schemas.microsoft.com/office/drawing/2017/decorative" val="1"/>
              </a:ext>
            </a:extLst>
          </p:cNvPr>
          <p:cNvCxnSpPr>
            <a:cxnSpLocks/>
          </p:cNvCxnSpPr>
          <p:nvPr/>
        </p:nvCxnSpPr>
        <p:spPr>
          <a:xfrm>
            <a:off x="586357" y="2623115"/>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BF2A400-40CB-26AE-CC44-1987E0B173E0}"/>
              </a:ext>
            </a:extLst>
          </p:cNvPr>
          <p:cNvSpPr txBox="1"/>
          <p:nvPr/>
        </p:nvSpPr>
        <p:spPr>
          <a:xfrm>
            <a:off x="586361" y="4553920"/>
            <a:ext cx="3000127" cy="1600438"/>
          </a:xfrm>
          <a:prstGeom prst="round1Rect">
            <a:avLst/>
          </a:prstGeom>
          <a:solidFill>
            <a:srgbClr val="EEE9FF"/>
          </a:solidFill>
        </p:spPr>
        <p:txBody>
          <a:bodyPr wrap="square">
            <a:spAutoFit/>
          </a:bodyPr>
          <a:lstStyle/>
          <a:p>
            <a:pPr marL="7701" marR="3081" lvl="0" indent="0" algn="l" defTabSz="914377" rtl="0" eaLnBrk="1" fontAlgn="auto" latinLnBrk="0" hangingPunct="1">
              <a:lnSpc>
                <a:spcPct val="100000"/>
              </a:lnSpc>
              <a:spcBef>
                <a:spcPts val="144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venir Next LT Pro"/>
                <a:ea typeface="+mn-ea"/>
                <a:cs typeface="+mn-cs"/>
              </a:rPr>
              <a:t>A global medical device company’s Salesforce CRM transformation &amp; journey elevated the customer experience and globalized their Sales, Service and Marketing organizations in order to scale.</a:t>
            </a:r>
          </a:p>
        </p:txBody>
      </p:sp>
    </p:spTree>
    <p:extLst>
      <p:ext uri="{BB962C8B-B14F-4D97-AF65-F5344CB8AC3E}">
        <p14:creationId xmlns:p14="http://schemas.microsoft.com/office/powerpoint/2010/main" val="1189856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3" name="Title 72">
            <a:extLst>
              <a:ext uri="{FF2B5EF4-FFF2-40B4-BE49-F238E27FC236}">
                <a16:creationId xmlns:a16="http://schemas.microsoft.com/office/drawing/2014/main" id="{142C369D-F7CC-A520-5C6E-AFCA2320FA97}"/>
              </a:ext>
            </a:extLst>
          </p:cNvPr>
          <p:cNvSpPr>
            <a:spLocks noGrp="1"/>
          </p:cNvSpPr>
          <p:nvPr>
            <p:ph type="title"/>
          </p:nvPr>
        </p:nvSpPr>
        <p:spPr>
          <a:xfrm>
            <a:off x="571499" y="571250"/>
            <a:ext cx="7285037" cy="837180"/>
          </a:xfrm>
        </p:spPr>
        <p:txBody>
          <a:bodyPr/>
          <a:lstStyle/>
          <a:p>
            <a:r>
              <a:rPr lang="en-US" sz="3600"/>
              <a:t>Empowering consumers to make </a:t>
            </a:r>
            <a:r>
              <a:rPr lang="en-US" sz="3600">
                <a:solidFill>
                  <a:schemeClr val="accent1"/>
                </a:solidFill>
              </a:rPr>
              <a:t>better informed health </a:t>
            </a:r>
            <a:r>
              <a:rPr lang="en-US" sz="3600"/>
              <a:t>decisions</a:t>
            </a:r>
            <a:endParaRPr lang="en-US" sz="3600">
              <a:solidFill>
                <a:schemeClr val="accent1"/>
              </a:solidFill>
            </a:endParaRPr>
          </a:p>
        </p:txBody>
      </p:sp>
      <p:sp>
        <p:nvSpPr>
          <p:cNvPr id="29" name="Text Placeholder 28">
            <a:extLst>
              <a:ext uri="{FF2B5EF4-FFF2-40B4-BE49-F238E27FC236}">
                <a16:creationId xmlns:a16="http://schemas.microsoft.com/office/drawing/2014/main" id="{6C1C2031-4FA1-F7EA-2CCF-EE1F32622D63}"/>
              </a:ext>
            </a:extLst>
          </p:cNvPr>
          <p:cNvSpPr>
            <a:spLocks noGrp="1"/>
          </p:cNvSpPr>
          <p:nvPr>
            <p:ph type="body" sz="quarter" idx="23"/>
          </p:nvPr>
        </p:nvSpPr>
        <p:spPr>
          <a:xfrm>
            <a:off x="571497" y="2245932"/>
            <a:ext cx="2644864" cy="2717997"/>
          </a:xfrm>
        </p:spPr>
        <p:txBody>
          <a:bodyPr vert="horz" lIns="0" tIns="0" rIns="0" bIns="0" rtlCol="0" anchor="t">
            <a:noAutofit/>
          </a:bodyPr>
          <a:lstStyle/>
          <a:p>
            <a:pPr marL="0" indent="0">
              <a:buNone/>
            </a:pPr>
            <a:r>
              <a:rPr lang="en-US"/>
              <a:t>Like most population health scientists, Slalom’s client at a top-10 Integrated Delivery Network (IDN) knew that getting patients onto the right registries wouldn’t make them healthier. Real change will only come from patients getting the care they need.</a:t>
            </a:r>
          </a:p>
          <a:p>
            <a:pPr marL="0" indent="0">
              <a:buNone/>
            </a:pPr>
            <a:r>
              <a:rPr lang="en-US"/>
              <a:t>Using evidence-supported</a:t>
            </a:r>
            <a:r>
              <a:rPr lang="en-US" baseline="30000"/>
              <a:t>1</a:t>
            </a:r>
            <a:r>
              <a:rPr lang="en-US"/>
              <a:t> marketing techniques like automated digital outreach in patients’ preferred channels, targeted at patient segments driven by outstanding gaps in care from the EHR in Data Cloud, our client drove demonstrable improvements in care gap closure and patient engagement.</a:t>
            </a:r>
          </a:p>
          <a:p>
            <a:pPr marL="0" indent="0">
              <a:buNone/>
            </a:pPr>
            <a:r>
              <a:rPr lang="en-US"/>
              <a:t>By using the same methodology to address the time-intensive process of gathering patient-reported outcomes post-surgery, the same client improved response rates from below 20% to over 75% and freed clinical and support staff from a time-intensive administrative burden.</a:t>
            </a:r>
          </a:p>
        </p:txBody>
      </p:sp>
      <p:sp>
        <p:nvSpPr>
          <p:cNvPr id="27" name="Text Placeholder 26">
            <a:extLst>
              <a:ext uri="{FF2B5EF4-FFF2-40B4-BE49-F238E27FC236}">
                <a16:creationId xmlns:a16="http://schemas.microsoft.com/office/drawing/2014/main" id="{4E5D9E2C-55D7-4E70-ED63-B1E4764CF9A1}"/>
              </a:ext>
            </a:extLst>
          </p:cNvPr>
          <p:cNvSpPr txBox="1">
            <a:spLocks/>
          </p:cNvSpPr>
          <p:nvPr/>
        </p:nvSpPr>
        <p:spPr>
          <a:xfrm>
            <a:off x="3390900" y="2245710"/>
            <a:ext cx="1643657" cy="980090"/>
          </a:xfrm>
          <a:prstGeom prst="rect">
            <a:avLst/>
          </a:prstGeom>
        </p:spPr>
        <p:txBody>
          <a:bodyPr lIns="0" tIns="0" rIns="0" bIns="0" anchor="t"/>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0"/>
              </a:spcAft>
              <a:buClrTx/>
              <a:buSzTx/>
              <a:buFont typeface="Avenir Next LT Pro" panose="020B0504020202020204" pitchFamily="34" charset="0"/>
              <a:buNone/>
              <a:tabLst/>
              <a:defRPr/>
            </a:pPr>
            <a:r>
              <a:rPr kumimoji="0" lang="en-US" sz="2200" b="1" i="0" u="none" strike="noStrike" kern="1200" cap="none" spc="0" normalizeH="0" baseline="0" noProof="0">
                <a:ln>
                  <a:noFill/>
                </a:ln>
                <a:solidFill>
                  <a:srgbClr val="0C62FB"/>
                </a:solidFill>
                <a:effectLst/>
                <a:uLnTx/>
                <a:uFillTx/>
                <a:latin typeface="Avenir Next LT Pro"/>
                <a:ea typeface="+mn-ea"/>
                <a:cs typeface="+mn-cs"/>
              </a:rPr>
              <a:t>300%+</a:t>
            </a:r>
          </a:p>
          <a:p>
            <a:pPr marL="0" marR="0" lvl="0" indent="0" algn="l" defTabSz="914400" rtl="0" eaLnBrk="1" fontAlgn="auto" latinLnBrk="0" hangingPunct="1">
              <a:lnSpc>
                <a:spcPct val="110000"/>
              </a:lnSpc>
              <a:spcBef>
                <a:spcPts val="0"/>
              </a:spcBef>
              <a:spcAft>
                <a:spcPts val="10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venir Next LT Pro"/>
                <a:ea typeface="+mn-ea"/>
                <a:cs typeface="+mn-cs"/>
              </a:rPr>
              <a:t>Increase in closure of a key gap in care between control and intervention cohorts</a:t>
            </a:r>
            <a:endParaRPr kumimoji="0" lang="en-US" sz="1400" b="1" i="0" u="none" strike="noStrike" kern="1200" cap="none" spc="0" normalizeH="0" baseline="0" noProof="0">
              <a:ln>
                <a:noFill/>
              </a:ln>
              <a:solidFill>
                <a:srgbClr val="000000"/>
              </a:solidFill>
              <a:effectLst/>
              <a:uLnTx/>
              <a:uFillTx/>
              <a:latin typeface="Avenir Next LT Pro"/>
              <a:ea typeface="+mn-ea"/>
              <a:cs typeface="+mn-cs"/>
            </a:endParaRPr>
          </a:p>
        </p:txBody>
      </p:sp>
      <p:sp>
        <p:nvSpPr>
          <p:cNvPr id="30" name="Text Placeholder 29">
            <a:extLst>
              <a:ext uri="{FF2B5EF4-FFF2-40B4-BE49-F238E27FC236}">
                <a16:creationId xmlns:a16="http://schemas.microsoft.com/office/drawing/2014/main" id="{4CCC2FB9-A5AD-B81B-ED8D-A866CDE858BF}"/>
              </a:ext>
            </a:extLst>
          </p:cNvPr>
          <p:cNvSpPr txBox="1">
            <a:spLocks/>
          </p:cNvSpPr>
          <p:nvPr/>
        </p:nvSpPr>
        <p:spPr>
          <a:xfrm>
            <a:off x="5280833" y="2245710"/>
            <a:ext cx="1651001" cy="980090"/>
          </a:xfrm>
          <a:prstGeom prst="rect">
            <a:avLst/>
          </a:prstGeom>
        </p:spPr>
        <p:txBody>
          <a:bodyPr lIns="0" tIns="0" rIns="0" bIns="0" anchor="t"/>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0"/>
              </a:spcAft>
              <a:buClrTx/>
              <a:buSzTx/>
              <a:buFont typeface="Avenir Next LT Pro" panose="020B0504020202020204" pitchFamily="34" charset="0"/>
              <a:buNone/>
              <a:tabLst/>
              <a:defRPr/>
            </a:pPr>
            <a:r>
              <a:rPr kumimoji="0" lang="en-US" sz="2200" b="1" i="0" u="none" strike="noStrike" kern="1200" cap="none" spc="0" normalizeH="0" baseline="0" noProof="0">
                <a:ln>
                  <a:noFill/>
                </a:ln>
                <a:solidFill>
                  <a:srgbClr val="0C62FB"/>
                </a:solidFill>
                <a:effectLst/>
                <a:uLnTx/>
                <a:uFillTx/>
                <a:latin typeface="Avenir Next LT Pro"/>
                <a:ea typeface="+mn-ea"/>
                <a:cs typeface="+mn-cs"/>
              </a:rPr>
              <a:t>75%</a:t>
            </a:r>
          </a:p>
          <a:p>
            <a:pPr marL="0" marR="0" lvl="0" indent="0" algn="l" defTabSz="914400" rtl="0" eaLnBrk="1" fontAlgn="auto" latinLnBrk="0" hangingPunct="1">
              <a:lnSpc>
                <a:spcPct val="110000"/>
              </a:lnSpc>
              <a:spcBef>
                <a:spcPts val="0"/>
              </a:spcBef>
              <a:spcAft>
                <a:spcPts val="10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venir Next LT Pro"/>
                <a:ea typeface="+mn-ea"/>
                <a:cs typeface="+mn-cs"/>
              </a:rPr>
              <a:t>Completion rate of patient-reported outcomes surveys</a:t>
            </a:r>
            <a:endParaRPr kumimoji="0" lang="en-US" sz="1400" b="1" i="0" u="none" strike="noStrike" kern="1200" cap="none" spc="0" normalizeH="0" baseline="0" noProof="0">
              <a:ln>
                <a:noFill/>
              </a:ln>
              <a:solidFill>
                <a:srgbClr val="000000"/>
              </a:solidFill>
              <a:effectLst/>
              <a:uLnTx/>
              <a:uFillTx/>
              <a:latin typeface="Avenir Next LT Pro"/>
              <a:ea typeface="+mn-ea"/>
              <a:cs typeface="+mn-cs"/>
            </a:endParaRPr>
          </a:p>
        </p:txBody>
      </p:sp>
      <p:sp>
        <p:nvSpPr>
          <p:cNvPr id="31" name="Text Placeholder 30">
            <a:extLst>
              <a:ext uri="{FF2B5EF4-FFF2-40B4-BE49-F238E27FC236}">
                <a16:creationId xmlns:a16="http://schemas.microsoft.com/office/drawing/2014/main" id="{D0EE0635-DA87-2827-BD13-9473317C829A}"/>
              </a:ext>
            </a:extLst>
          </p:cNvPr>
          <p:cNvSpPr txBox="1">
            <a:spLocks/>
          </p:cNvSpPr>
          <p:nvPr/>
        </p:nvSpPr>
        <p:spPr>
          <a:xfrm>
            <a:off x="7160432" y="2245710"/>
            <a:ext cx="944566" cy="980090"/>
          </a:xfrm>
          <a:prstGeom prst="rect">
            <a:avLst/>
          </a:prstGeom>
        </p:spPr>
        <p:txBody>
          <a:bodyPr lIns="0" tIns="0" rIns="0" bIns="0" anchor="t"/>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0"/>
              </a:spcAft>
              <a:buClrTx/>
              <a:buSzTx/>
              <a:buFont typeface="Avenir Next LT Pro" panose="020B0504020202020204" pitchFamily="34" charset="0"/>
              <a:buNone/>
              <a:tabLst/>
              <a:defRPr/>
            </a:pPr>
            <a:r>
              <a:rPr kumimoji="0" lang="en-US" sz="2200" b="1" i="0" u="none" strike="noStrike" kern="1200" cap="none" spc="0" normalizeH="0" baseline="0" noProof="0">
                <a:ln>
                  <a:noFill/>
                </a:ln>
                <a:solidFill>
                  <a:srgbClr val="0C62FB"/>
                </a:solidFill>
                <a:effectLst/>
                <a:uLnTx/>
                <a:uFillTx/>
                <a:latin typeface="Avenir Next LT Pro"/>
                <a:ea typeface="+mn-ea"/>
                <a:cs typeface="+mn-cs"/>
              </a:rPr>
              <a:t>1</a:t>
            </a:r>
          </a:p>
          <a:p>
            <a:pPr marL="0" marR="0" lvl="0" indent="0" algn="l" defTabSz="914400" rtl="0" eaLnBrk="1" fontAlgn="auto" latinLnBrk="0" hangingPunct="1">
              <a:lnSpc>
                <a:spcPct val="110000"/>
              </a:lnSpc>
              <a:spcBef>
                <a:spcPts val="0"/>
              </a:spcBef>
              <a:spcAft>
                <a:spcPts val="10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venir Next LT Pro"/>
                <a:ea typeface="+mn-ea"/>
                <a:cs typeface="+mn-cs"/>
              </a:rPr>
              <a:t>Clinical consent to communicate</a:t>
            </a:r>
            <a:endParaRPr kumimoji="0" lang="en-US" sz="1400" b="1" i="0" u="none" strike="noStrike" kern="1200" cap="none" spc="0" normalizeH="0" baseline="0" noProof="0">
              <a:ln>
                <a:noFill/>
              </a:ln>
              <a:solidFill>
                <a:srgbClr val="000000"/>
              </a:solidFill>
              <a:effectLst/>
              <a:uLnTx/>
              <a:uFillTx/>
              <a:latin typeface="Avenir Next LT Pro"/>
              <a:ea typeface="+mn-ea"/>
              <a:cs typeface="+mn-cs"/>
            </a:endParaRPr>
          </a:p>
        </p:txBody>
      </p:sp>
      <p:sp>
        <p:nvSpPr>
          <p:cNvPr id="85" name="Text Placeholder 84">
            <a:extLst>
              <a:ext uri="{FF2B5EF4-FFF2-40B4-BE49-F238E27FC236}">
                <a16:creationId xmlns:a16="http://schemas.microsoft.com/office/drawing/2014/main" id="{58361149-1C3E-FA93-EFEB-E14C8697F4C2}"/>
              </a:ext>
            </a:extLst>
          </p:cNvPr>
          <p:cNvSpPr>
            <a:spLocks noGrp="1"/>
          </p:cNvSpPr>
          <p:nvPr>
            <p:ph type="body" sz="quarter" idx="30"/>
          </p:nvPr>
        </p:nvSpPr>
        <p:spPr>
          <a:xfrm>
            <a:off x="3390898" y="3421654"/>
            <a:ext cx="1651002" cy="195539"/>
          </a:xfrm>
        </p:spPr>
        <p:txBody>
          <a:bodyPr/>
          <a:lstStyle/>
          <a:p>
            <a:r>
              <a:rPr lang="en-US"/>
              <a:t>Customer</a:t>
            </a:r>
          </a:p>
        </p:txBody>
      </p:sp>
      <p:sp>
        <p:nvSpPr>
          <p:cNvPr id="57" name="Text Placeholder 56">
            <a:extLst>
              <a:ext uri="{FF2B5EF4-FFF2-40B4-BE49-F238E27FC236}">
                <a16:creationId xmlns:a16="http://schemas.microsoft.com/office/drawing/2014/main" id="{23A8A975-3F37-7F8A-AD2C-27DBFFA41AC3}"/>
              </a:ext>
            </a:extLst>
          </p:cNvPr>
          <p:cNvSpPr>
            <a:spLocks noGrp="1"/>
          </p:cNvSpPr>
          <p:nvPr>
            <p:ph type="body" sz="quarter" idx="33"/>
          </p:nvPr>
        </p:nvSpPr>
        <p:spPr>
          <a:xfrm>
            <a:off x="3390900" y="3777220"/>
            <a:ext cx="1651000" cy="1810780"/>
          </a:xfrm>
        </p:spPr>
        <p:txBody>
          <a:bodyPr vert="horz" lIns="0" tIns="0" rIns="0" bIns="0" rtlCol="0" anchor="t">
            <a:noAutofit/>
          </a:bodyPr>
          <a:lstStyle/>
          <a:p>
            <a:pPr marL="0" indent="0">
              <a:buNone/>
            </a:pPr>
            <a:r>
              <a:rPr lang="en-US"/>
              <a:t>A top-10 integrated delivery network, under the guidance of a clinician fluent in behavioral science and patient behavior change</a:t>
            </a:r>
          </a:p>
        </p:txBody>
      </p:sp>
      <p:sp>
        <p:nvSpPr>
          <p:cNvPr id="86" name="Text Placeholder 85">
            <a:extLst>
              <a:ext uri="{FF2B5EF4-FFF2-40B4-BE49-F238E27FC236}">
                <a16:creationId xmlns:a16="http://schemas.microsoft.com/office/drawing/2014/main" id="{64938F29-D66C-0DE9-49B4-EC5A84F3E07D}"/>
              </a:ext>
            </a:extLst>
          </p:cNvPr>
          <p:cNvSpPr>
            <a:spLocks noGrp="1"/>
          </p:cNvSpPr>
          <p:nvPr>
            <p:ph type="body" sz="quarter" idx="31"/>
          </p:nvPr>
        </p:nvSpPr>
        <p:spPr>
          <a:xfrm>
            <a:off x="5280833" y="3421654"/>
            <a:ext cx="1640665" cy="195539"/>
          </a:xfrm>
        </p:spPr>
        <p:txBody>
          <a:bodyPr/>
          <a:lstStyle/>
          <a:p>
            <a:r>
              <a:rPr lang="en-US"/>
              <a:t>Solutions</a:t>
            </a:r>
          </a:p>
        </p:txBody>
      </p:sp>
      <p:sp>
        <p:nvSpPr>
          <p:cNvPr id="58" name="Text Placeholder 57">
            <a:extLst>
              <a:ext uri="{FF2B5EF4-FFF2-40B4-BE49-F238E27FC236}">
                <a16:creationId xmlns:a16="http://schemas.microsoft.com/office/drawing/2014/main" id="{97A448A3-F956-F7ED-25AB-69E8A30CE855}"/>
              </a:ext>
            </a:extLst>
          </p:cNvPr>
          <p:cNvSpPr>
            <a:spLocks noGrp="1"/>
          </p:cNvSpPr>
          <p:nvPr>
            <p:ph type="body" sz="quarter" idx="34"/>
          </p:nvPr>
        </p:nvSpPr>
        <p:spPr>
          <a:xfrm>
            <a:off x="5280833" y="3777220"/>
            <a:ext cx="1640665" cy="1810780"/>
          </a:xfrm>
        </p:spPr>
        <p:txBody>
          <a:bodyPr/>
          <a:lstStyle/>
          <a:p>
            <a:pPr marL="0" indent="0">
              <a:buNone/>
            </a:pPr>
            <a:r>
              <a:rPr lang="en-US"/>
              <a:t>Multi-year, multi-phase Salesforce implementation integrated with the EHR</a:t>
            </a:r>
          </a:p>
          <a:p>
            <a:pPr marL="0" indent="0">
              <a:buNone/>
            </a:pPr>
            <a:r>
              <a:rPr lang="en-US"/>
              <a:t>Patient segmentation, outreach, content design, and consent module for influencing behaviors</a:t>
            </a:r>
          </a:p>
          <a:p>
            <a:pPr marL="0" indent="0">
              <a:buNone/>
            </a:pPr>
            <a:r>
              <a:rPr lang="en-US"/>
              <a:t>Digitally-native patient reported outcomes surveys through SMS and email</a:t>
            </a:r>
          </a:p>
        </p:txBody>
      </p:sp>
      <p:sp>
        <p:nvSpPr>
          <p:cNvPr id="88" name="Text Placeholder 87">
            <a:extLst>
              <a:ext uri="{FF2B5EF4-FFF2-40B4-BE49-F238E27FC236}">
                <a16:creationId xmlns:a16="http://schemas.microsoft.com/office/drawing/2014/main" id="{83E47AA0-C2C5-7649-8C13-B30762AD6021}"/>
              </a:ext>
            </a:extLst>
          </p:cNvPr>
          <p:cNvSpPr>
            <a:spLocks noGrp="1"/>
          </p:cNvSpPr>
          <p:nvPr>
            <p:ph type="body" sz="quarter" idx="32"/>
          </p:nvPr>
        </p:nvSpPr>
        <p:spPr>
          <a:xfrm>
            <a:off x="7160431" y="3421654"/>
            <a:ext cx="929469" cy="195539"/>
          </a:xfrm>
        </p:spPr>
        <p:txBody>
          <a:bodyPr/>
          <a:lstStyle/>
          <a:p>
            <a:r>
              <a:rPr lang="en-US"/>
              <a:t>Platform</a:t>
            </a:r>
          </a:p>
        </p:txBody>
      </p:sp>
      <p:sp>
        <p:nvSpPr>
          <p:cNvPr id="59" name="Text Placeholder 58">
            <a:extLst>
              <a:ext uri="{FF2B5EF4-FFF2-40B4-BE49-F238E27FC236}">
                <a16:creationId xmlns:a16="http://schemas.microsoft.com/office/drawing/2014/main" id="{28783F89-A589-233F-48B5-09951F869C5A}"/>
              </a:ext>
            </a:extLst>
          </p:cNvPr>
          <p:cNvSpPr>
            <a:spLocks noGrp="1"/>
          </p:cNvSpPr>
          <p:nvPr>
            <p:ph type="body" sz="quarter" idx="35"/>
          </p:nvPr>
        </p:nvSpPr>
        <p:spPr>
          <a:xfrm>
            <a:off x="7160431" y="3777220"/>
            <a:ext cx="929469" cy="1810780"/>
          </a:xfrm>
        </p:spPr>
        <p:txBody>
          <a:bodyPr/>
          <a:lstStyle/>
          <a:p>
            <a:pPr marL="0" indent="0">
              <a:buNone/>
            </a:pPr>
            <a:r>
              <a:rPr lang="en-US"/>
              <a:t>Salesforce </a:t>
            </a:r>
          </a:p>
          <a:p>
            <a:pPr marL="0" indent="0">
              <a:buNone/>
            </a:pPr>
            <a:r>
              <a:rPr lang="en-US"/>
              <a:t>Health Cloud</a:t>
            </a:r>
          </a:p>
          <a:p>
            <a:pPr marL="0" indent="0">
              <a:buNone/>
            </a:pPr>
            <a:r>
              <a:rPr lang="en-US"/>
              <a:t>Marketing Cloud</a:t>
            </a:r>
          </a:p>
          <a:p>
            <a:pPr marL="0" indent="0">
              <a:buNone/>
            </a:pPr>
            <a:r>
              <a:rPr lang="en-US"/>
              <a:t>Data Cloud</a:t>
            </a:r>
          </a:p>
          <a:p>
            <a:pPr marL="0" indent="0">
              <a:buNone/>
            </a:pPr>
            <a:r>
              <a:rPr lang="en-US" err="1"/>
              <a:t>AthenaHealth</a:t>
            </a:r>
            <a:endParaRPr lang="en-US"/>
          </a:p>
          <a:p>
            <a:pPr marL="0" indent="0">
              <a:buNone/>
            </a:pPr>
            <a:r>
              <a:rPr lang="en-US"/>
              <a:t>Google Cloud</a:t>
            </a:r>
          </a:p>
        </p:txBody>
      </p:sp>
      <p:pic>
        <p:nvPicPr>
          <p:cNvPr id="56" name="Picture Placeholder 55">
            <a:extLst>
              <a:ext uri="{FF2B5EF4-FFF2-40B4-BE49-F238E27FC236}">
                <a16:creationId xmlns:a16="http://schemas.microsoft.com/office/drawing/2014/main" id="{52060534-ADA0-7BB4-F900-0B13638D0A53}"/>
              </a:ext>
            </a:extLst>
          </p:cNvPr>
          <p:cNvPicPr>
            <a:picLocks noGrp="1" noChangeAspect="1" noChangeArrowheads="1"/>
          </p:cNvPicPr>
          <p:nvPr>
            <p:ph type="pic" sz="quarter" idx="24"/>
          </p:nvPr>
        </p:nvPicPr>
        <p:blipFill>
          <a:blip r:embed="rId3">
            <a:extLst>
              <a:ext uri="{28A0092B-C50C-407E-A947-70E740481C1C}">
                <a14:useLocalDpi xmlns:a14="http://schemas.microsoft.com/office/drawing/2010/main" val="0"/>
              </a:ext>
            </a:extLst>
          </a:blip>
          <a:srcRect l="34642" r="34642"/>
          <a:stretch/>
        </p:blipFill>
        <p:spPr>
          <a:xfrm>
            <a:off x="9029700" y="0"/>
            <a:ext cx="3162300" cy="6858000"/>
          </a:xfrm>
        </p:spPr>
      </p:pic>
      <p:cxnSp>
        <p:nvCxnSpPr>
          <p:cNvPr id="5" name="Straight Connector 4">
            <a:extLst>
              <a:ext uri="{FF2B5EF4-FFF2-40B4-BE49-F238E27FC236}">
                <a16:creationId xmlns:a16="http://schemas.microsoft.com/office/drawing/2014/main" id="{F55387B7-EBD8-6F49-0F2D-00E2D34BA2B6}"/>
              </a:ext>
              <a:ext uri="{C183D7F6-B498-43B3-948B-1728B52AA6E4}">
                <adec:decorative xmlns:adec="http://schemas.microsoft.com/office/drawing/2017/decorative" val="1"/>
              </a:ext>
            </a:extLst>
          </p:cNvPr>
          <p:cNvCxnSpPr>
            <a:cxnSpLocks/>
          </p:cNvCxnSpPr>
          <p:nvPr/>
        </p:nvCxnSpPr>
        <p:spPr>
          <a:xfrm flipH="1">
            <a:off x="3390900" y="3701181"/>
            <a:ext cx="1651000"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9EA9295-82A6-1EBE-4FF8-D0FDE07A6613}"/>
              </a:ext>
              <a:ext uri="{C183D7F6-B498-43B3-948B-1728B52AA6E4}">
                <adec:decorative xmlns:adec="http://schemas.microsoft.com/office/drawing/2017/decorative" val="1"/>
              </a:ext>
            </a:extLst>
          </p:cNvPr>
          <p:cNvCxnSpPr>
            <a:cxnSpLocks/>
          </p:cNvCxnSpPr>
          <p:nvPr/>
        </p:nvCxnSpPr>
        <p:spPr>
          <a:xfrm flipH="1">
            <a:off x="5270498" y="3701181"/>
            <a:ext cx="1651000"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2E33AC7-1204-71AB-918E-DC33681126C7}"/>
              </a:ext>
              <a:ext uri="{C183D7F6-B498-43B3-948B-1728B52AA6E4}">
                <adec:decorative xmlns:adec="http://schemas.microsoft.com/office/drawing/2017/decorative" val="1"/>
              </a:ext>
            </a:extLst>
          </p:cNvPr>
          <p:cNvCxnSpPr>
            <a:cxnSpLocks/>
          </p:cNvCxnSpPr>
          <p:nvPr/>
        </p:nvCxnSpPr>
        <p:spPr>
          <a:xfrm flipH="1">
            <a:off x="7113195" y="3701181"/>
            <a:ext cx="991803"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2ADD5B8-EA13-69D2-BE6D-1D5F63026B1E}"/>
              </a:ext>
            </a:extLst>
          </p:cNvPr>
          <p:cNvSpPr txBox="1"/>
          <p:nvPr/>
        </p:nvSpPr>
        <p:spPr>
          <a:xfrm>
            <a:off x="461495" y="6198412"/>
            <a:ext cx="532108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a:ln>
                  <a:noFill/>
                </a:ln>
                <a:solidFill>
                  <a:srgbClr val="000000"/>
                </a:solidFill>
                <a:effectLst/>
                <a:uLnTx/>
                <a:uFillTx/>
                <a:latin typeface="Avenir Next LT Pro"/>
                <a:ea typeface="+mn-ea"/>
                <a:cs typeface="+mn-cs"/>
              </a:rPr>
              <a:t>1 </a:t>
            </a:r>
            <a:r>
              <a:rPr kumimoji="0" lang="en-US" sz="800" b="0" i="0" u="none" strike="noStrike" kern="1200" cap="none" spc="0" normalizeH="0" baseline="0" noProof="0">
                <a:ln>
                  <a:noFill/>
                </a:ln>
                <a:solidFill>
                  <a:srgbClr val="000000"/>
                </a:solidFill>
                <a:effectLst/>
                <a:uLnTx/>
                <a:uFillTx/>
                <a:latin typeface="Avenir Next LT Pro"/>
                <a:ea typeface="+mn-ea"/>
                <a:cs typeface="+mn-cs"/>
              </a:rPr>
              <a:t>Milkman, Katherine L., et al. “A </a:t>
            </a:r>
            <a:r>
              <a:rPr kumimoji="0" lang="en-US" sz="800" b="0" i="0" u="none" strike="noStrike" kern="1200" cap="none" spc="0" normalizeH="0" baseline="0" noProof="0" err="1">
                <a:ln>
                  <a:noFill/>
                </a:ln>
                <a:solidFill>
                  <a:srgbClr val="000000"/>
                </a:solidFill>
                <a:effectLst/>
                <a:uLnTx/>
                <a:uFillTx/>
                <a:latin typeface="Avenir Next LT Pro"/>
                <a:ea typeface="+mn-ea"/>
                <a:cs typeface="+mn-cs"/>
              </a:rPr>
              <a:t>Megastudy</a:t>
            </a:r>
            <a:r>
              <a:rPr kumimoji="0" lang="en-US" sz="800" b="0" i="0" u="none" strike="noStrike" kern="1200" cap="none" spc="0" normalizeH="0" baseline="0" noProof="0">
                <a:ln>
                  <a:noFill/>
                </a:ln>
                <a:solidFill>
                  <a:srgbClr val="000000"/>
                </a:solidFill>
                <a:effectLst/>
                <a:uLnTx/>
                <a:uFillTx/>
                <a:latin typeface="Avenir Next LT Pro"/>
                <a:ea typeface="+mn-ea"/>
                <a:cs typeface="+mn-cs"/>
              </a:rPr>
              <a:t> of Text-Based Nudges Encouraging Patients to Get Vaccinated at an Upcoming Doctor’s Appointment.” </a:t>
            </a:r>
            <a:r>
              <a:rPr kumimoji="0" lang="en-US" sz="800" b="0" i="1" u="none" strike="noStrike" kern="1200" cap="none" spc="0" normalizeH="0" baseline="0" noProof="0">
                <a:ln>
                  <a:noFill/>
                </a:ln>
                <a:solidFill>
                  <a:srgbClr val="000000"/>
                </a:solidFill>
                <a:effectLst/>
                <a:uLnTx/>
                <a:uFillTx/>
                <a:latin typeface="Avenir Next LT Pro"/>
                <a:ea typeface="+mn-ea"/>
                <a:cs typeface="+mn-cs"/>
              </a:rPr>
              <a:t>Proceedings of the National Academy of Sciences</a:t>
            </a:r>
            <a:r>
              <a:rPr kumimoji="0" lang="en-US" sz="800" b="0" i="0" u="none" strike="noStrike" kern="1200" cap="none" spc="0" normalizeH="0" baseline="0" noProof="0">
                <a:ln>
                  <a:noFill/>
                </a:ln>
                <a:solidFill>
                  <a:srgbClr val="000000"/>
                </a:solidFill>
                <a:effectLst/>
                <a:uLnTx/>
                <a:uFillTx/>
                <a:latin typeface="Avenir Next LT Pro"/>
                <a:ea typeface="+mn-ea"/>
                <a:cs typeface="+mn-cs"/>
              </a:rPr>
              <a:t>, vol. 118, no. 20, 2021, https://doi.org/10.1073/pnas.2101165118. </a:t>
            </a:r>
          </a:p>
        </p:txBody>
      </p:sp>
    </p:spTree>
    <p:extLst>
      <p:ext uri="{BB962C8B-B14F-4D97-AF65-F5344CB8AC3E}">
        <p14:creationId xmlns:p14="http://schemas.microsoft.com/office/powerpoint/2010/main" val="3553372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Slalom 2022">
  <a:themeElements>
    <a:clrScheme name="Slalom Palette">
      <a:dk1>
        <a:srgbClr val="000000"/>
      </a:dk1>
      <a:lt1>
        <a:srgbClr val="FFFFFF"/>
      </a:lt1>
      <a:dk2>
        <a:srgbClr val="666666"/>
      </a:dk2>
      <a:lt2>
        <a:srgbClr val="E6E6E6"/>
      </a:lt2>
      <a:accent1>
        <a:srgbClr val="0C62FB"/>
      </a:accent1>
      <a:accent2>
        <a:srgbClr val="002FAF"/>
      </a:accent2>
      <a:accent3>
        <a:srgbClr val="1BE1F2"/>
      </a:accent3>
      <a:accent4>
        <a:srgbClr val="FF4D5F"/>
      </a:accent4>
      <a:accent5>
        <a:srgbClr val="C7B9FF"/>
      </a:accent5>
      <a:accent6>
        <a:srgbClr val="DEFF4D"/>
      </a:accent6>
      <a:hlink>
        <a:srgbClr val="0C62FB"/>
      </a:hlink>
      <a:folHlink>
        <a:srgbClr val="0C62FB"/>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110000"/>
          </a:lnSpc>
          <a:spcBef>
            <a:spcPts val="1000"/>
          </a:spcBef>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9525" cap="flat">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1000"/>
          </a:spcBef>
          <a:defRPr dirty="0"/>
        </a:defPPr>
      </a:lstStyle>
    </a:txDef>
  </a:objectDefaults>
  <a:extraClrSchemeLst/>
  <a:custClrLst>
    <a:custClr name="Cyan Dark 3">
      <a:srgbClr val="00BAD6"/>
    </a:custClr>
    <a:custClr name="Cyan Dark 2">
      <a:srgbClr val="05C4DE"/>
    </a:custClr>
    <a:custClr name="Cyan Dark 1">
      <a:srgbClr val="0ED3EB"/>
    </a:custClr>
    <a:custClr name="Cyan Light 1">
      <a:srgbClr val="60EAF5"/>
    </a:custClr>
    <a:custClr name="Cyan Light 2">
      <a:srgbClr val="8CF0F9"/>
    </a:custClr>
    <a:custClr name="Cyan Light 3">
      <a:srgbClr val="D1F9FD"/>
    </a:custClr>
    <a:custClr name="BLANK">
      <a:srgbClr val="FFFFFF"/>
    </a:custClr>
    <a:custClr name="BLANK">
      <a:srgbClr val="FFFFFF"/>
    </a:custClr>
    <a:custClr name="BLANK">
      <a:srgbClr val="FFFFFF"/>
    </a:custClr>
    <a:custClr name="BLANK">
      <a:srgbClr val="FFFFFF"/>
    </a:custClr>
    <a:custClr name="Coral Red Dark 3">
      <a:srgbClr val="E6154A"/>
    </a:custClr>
    <a:custClr name="Coral Red Dark 2">
      <a:srgbClr val="F1214B"/>
    </a:custClr>
    <a:custClr name="Coral Red Dark 1">
      <a:srgbClr val="F53958"/>
    </a:custClr>
    <a:custClr name="Coral Red Light 1">
      <a:srgbClr val="FF5F6F"/>
    </a:custClr>
    <a:custClr name="Coral Red Light 2">
      <a:srgbClr val="FF7F8C"/>
    </a:custClr>
    <a:custClr name="Coral Red Light 3">
      <a:srgbClr val="FFDBDF"/>
    </a:custClr>
    <a:custClr name="BLANK">
      <a:srgbClr val="FFFFFF"/>
    </a:custClr>
    <a:custClr name="BLANK">
      <a:srgbClr val="FFFFFF"/>
    </a:custClr>
    <a:custClr name="BLANK">
      <a:srgbClr val="FFFFFF"/>
    </a:custClr>
    <a:custClr name="BLANK">
      <a:srgbClr val="FFFFFF"/>
    </a:custClr>
    <a:custClr name="Purple Dark 3">
      <a:srgbClr val="9488F0"/>
    </a:custClr>
    <a:custClr name="Purple Dark 2">
      <a:srgbClr val="A099F8"/>
    </a:custClr>
    <a:custClr name="Purple Dark 1">
      <a:srgbClr val="B6ACF9"/>
    </a:custClr>
    <a:custClr name="Purple Light 1">
      <a:srgbClr val="CCBFFF"/>
    </a:custClr>
    <a:custClr name="Purple Light 2">
      <a:srgbClr val="D3C7FF"/>
    </a:custClr>
    <a:custClr name="Purple Light 3">
      <a:srgbClr val="EEE9FF"/>
    </a:custClr>
    <a:custClr name="BLANK">
      <a:srgbClr val="FFFFFF"/>
    </a:custClr>
    <a:custClr name="BLANK">
      <a:srgbClr val="FFFFFF"/>
    </a:custClr>
    <a:custClr name="BLANK">
      <a:srgbClr val="FFFFFF"/>
    </a:custClr>
    <a:custClr name="BLANK">
      <a:srgbClr val="FFFFFF"/>
    </a:custClr>
    <a:custClr name="Chartreuse Dark 3">
      <a:srgbClr val="B3CC3E"/>
    </a:custClr>
    <a:custClr name="Chartreuse Dark 2">
      <a:srgbClr val="BDDD07"/>
    </a:custClr>
    <a:custClr name="Chartreuse Dark 1">
      <a:srgbClr val="CBEB0F"/>
    </a:custClr>
    <a:custClr name="Chartreuse Light 1">
      <a:srgbClr val="E7FF80"/>
    </a:custClr>
    <a:custClr name="Chartreuse Light 2">
      <a:srgbClr val="EFFFAA"/>
    </a:custClr>
    <a:custClr name="Chartreuse Light 3">
      <a:srgbClr val="F7FFD6"/>
    </a:custClr>
  </a:custClrLst>
  <a:extLst>
    <a:ext uri="{05A4C25C-085E-4340-85A3-A5531E510DB2}">
      <thm15:themeFamily xmlns:thm15="http://schemas.microsoft.com/office/thememl/2012/main" name="Slalom PowerPoint 16x9" id="{E35BECF8-A930-4047-AE01-196B27F91C41}" vid="{958612F4-6F8C-364B-9BD8-7F654A23E87C}"/>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274b7d9-a4d9-4b10-bbf8-36236189b73d">
      <Terms xmlns="http://schemas.microsoft.com/office/infopath/2007/PartnerControls"/>
    </lcf76f155ced4ddcb4097134ff3c332f>
    <TaxCatchAll xmlns="f230f452-75e4-4b0a-ae46-19d41b8bc0d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CFAABD92CBC8D4F8B2259CB14C5808D" ma:contentTypeVersion="18" ma:contentTypeDescription="Create a new document." ma:contentTypeScope="" ma:versionID="bbdf9bb8b75f92c09a07e87ad121135b">
  <xsd:schema xmlns:xsd="http://www.w3.org/2001/XMLSchema" xmlns:xs="http://www.w3.org/2001/XMLSchema" xmlns:p="http://schemas.microsoft.com/office/2006/metadata/properties" xmlns:ns2="a274b7d9-a4d9-4b10-bbf8-36236189b73d" xmlns:ns3="b43fe4ef-77f7-428b-8362-da2543fefa53" xmlns:ns4="f230f452-75e4-4b0a-ae46-19d41b8bc0d0" targetNamespace="http://schemas.microsoft.com/office/2006/metadata/properties" ma:root="true" ma:fieldsID="96c9e34c9bfa8e7c10c5096f7f8c0993" ns2:_="" ns3:_="" ns4:_="">
    <xsd:import namespace="a274b7d9-a4d9-4b10-bbf8-36236189b73d"/>
    <xsd:import namespace="b43fe4ef-77f7-428b-8362-da2543fefa53"/>
    <xsd:import namespace="f230f452-75e4-4b0a-ae46-19d41b8bc0d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74b7d9-a4d9-4b10-bbf8-36236189b7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bb55382-b84b-4de7-b042-61b6344f40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43fe4ef-77f7-428b-8362-da2543fefa5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30f452-75e4-4b0a-ae46-19d41b8bc0d0"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01b3b61e-4df0-4490-a3d6-cc0a7fd4d897}" ma:internalName="TaxCatchAll" ma:showField="CatchAllData" ma:web="b43fe4ef-77f7-428b-8362-da2543fefa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C2E58B-4CAA-4775-8952-BF6F3C32C7A0}">
  <ds:schemaRefs>
    <ds:schemaRef ds:uri="a274b7d9-a4d9-4b10-bbf8-36236189b73d"/>
    <ds:schemaRef ds:uri="http://schemas.microsoft.com/office/infopath/2007/PartnerControls"/>
    <ds:schemaRef ds:uri="http://schemas.microsoft.com/office/2006/metadata/properties"/>
    <ds:schemaRef ds:uri="http://www.w3.org/XML/1998/namespace"/>
    <ds:schemaRef ds:uri="http://schemas.microsoft.com/office/2006/documentManagement/types"/>
    <ds:schemaRef ds:uri="http://purl.org/dc/elements/1.1/"/>
    <ds:schemaRef ds:uri="http://purl.org/dc/terms/"/>
    <ds:schemaRef ds:uri="http://purl.org/dc/dcmitype/"/>
    <ds:schemaRef ds:uri="http://schemas.openxmlformats.org/package/2006/metadata/core-properties"/>
    <ds:schemaRef ds:uri="f230f452-75e4-4b0a-ae46-19d41b8bc0d0"/>
    <ds:schemaRef ds:uri="b43fe4ef-77f7-428b-8362-da2543fefa53"/>
  </ds:schemaRefs>
</ds:datastoreItem>
</file>

<file path=customXml/itemProps2.xml><?xml version="1.0" encoding="utf-8"?>
<ds:datastoreItem xmlns:ds="http://schemas.openxmlformats.org/officeDocument/2006/customXml" ds:itemID="{0394F6D1-093C-44B5-A3BE-EF5641B7DDD5}">
  <ds:schemaRefs>
    <ds:schemaRef ds:uri="http://schemas.microsoft.com/sharepoint/v3/contenttype/forms"/>
  </ds:schemaRefs>
</ds:datastoreItem>
</file>

<file path=customXml/itemProps3.xml><?xml version="1.0" encoding="utf-8"?>
<ds:datastoreItem xmlns:ds="http://schemas.openxmlformats.org/officeDocument/2006/customXml" ds:itemID="{0CC86D7E-22A9-426B-9EC7-99F45AB925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74b7d9-a4d9-4b10-bbf8-36236189b73d"/>
    <ds:schemaRef ds:uri="b43fe4ef-77f7-428b-8362-da2543fefa53"/>
    <ds:schemaRef ds:uri="f230f452-75e4-4b0a-ae46-19d41b8bc0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ca75128-a244-4596-877b-f24828e476e2}" enabled="0" method="" siteId="{9ca75128-a244-4596-877b-f24828e476e2}" removed="1"/>
</clbl:labelList>
</file>

<file path=docProps/app.xml><?xml version="1.0" encoding="utf-8"?>
<Properties xmlns="http://schemas.openxmlformats.org/officeDocument/2006/extended-properties" xmlns:vt="http://schemas.openxmlformats.org/officeDocument/2006/docPropsVTypes">
  <TotalTime>15</TotalTime>
  <Words>1355</Words>
  <Application>Microsoft Macintosh PowerPoint</Application>
  <PresentationFormat>Widescreen</PresentationFormat>
  <Paragraphs>73</Paragraphs>
  <Slides>3</Slides>
  <Notes>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vt:i4>
      </vt:variant>
    </vt:vector>
  </HeadingPairs>
  <TitlesOfParts>
    <vt:vector size="11" baseType="lpstr">
      <vt:lpstr>Aptos</vt:lpstr>
      <vt:lpstr>Aptos Display</vt:lpstr>
      <vt:lpstr>Arial</vt:lpstr>
      <vt:lpstr>Avenir Next LT Pro</vt:lpstr>
      <vt:lpstr>Calibri</vt:lpstr>
      <vt:lpstr>Office Theme</vt:lpstr>
      <vt:lpstr>1_Slalom 2022</vt:lpstr>
      <vt:lpstr>1_Office Theme</vt:lpstr>
      <vt:lpstr>A Scalable Solution for the Future</vt:lpstr>
      <vt:lpstr>Transforming the Global Customer Experience for a medical device company</vt:lpstr>
      <vt:lpstr>Empowering consumers to make better informed health decisions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Ashley Hammond</dc:creator>
  <cp:lastModifiedBy>Tim Letscher</cp:lastModifiedBy>
  <cp:revision>33</cp:revision>
  <dcterms:created xsi:type="dcterms:W3CDTF">2025-10-23T15:28:53Z</dcterms:created>
  <dcterms:modified xsi:type="dcterms:W3CDTF">2026-08-31T18:25:52Z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0x0101005CFAABD92CBC8D4F8B2259CB14C5808D</vt:lpwstr>
  </property>
  <property fmtid="{D5CDD505-2E9C-101B-9397-08002B2CF9AE}" pid="3" name="MediaServiceImageTags">
    <vt:lpwstr/>
  </property>
</Properties>
</file>